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sldIdLst>
    <p:sldId id="263" r:id="rId2"/>
    <p:sldId id="272" r:id="rId3"/>
    <p:sldId id="297" r:id="rId4"/>
    <p:sldId id="277" r:id="rId5"/>
    <p:sldId id="298" r:id="rId6"/>
    <p:sldId id="299" r:id="rId7"/>
    <p:sldId id="304" r:id="rId8"/>
    <p:sldId id="305" r:id="rId9"/>
    <p:sldId id="306" r:id="rId10"/>
    <p:sldId id="307" r:id="rId11"/>
    <p:sldId id="296" r:id="rId12"/>
    <p:sldId id="300" r:id="rId13"/>
    <p:sldId id="308" r:id="rId14"/>
    <p:sldId id="302" r:id="rId15"/>
    <p:sldId id="303" r:id="rId16"/>
    <p:sldId id="301"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F0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284"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ng, Zhanchen" userId="87889b69-70fd-4160-a433-c416f2f6134f" providerId="ADAL" clId="{A95CA354-6E5E-4965-872C-DF5C63559AE0}"/>
    <pc:docChg chg="undo custSel addSld delSld modSld sldOrd">
      <pc:chgData name="Kang, Zhanchen" userId="87889b69-70fd-4160-a433-c416f2f6134f" providerId="ADAL" clId="{A95CA354-6E5E-4965-872C-DF5C63559AE0}" dt="2026-04-29T23:47:41.261" v="4985" actId="207"/>
      <pc:docMkLst>
        <pc:docMk/>
      </pc:docMkLst>
      <pc:sldChg chg="modSp add mod modTransition">
        <pc:chgData name="Kang, Zhanchen" userId="87889b69-70fd-4160-a433-c416f2f6134f" providerId="ADAL" clId="{A95CA354-6E5E-4965-872C-DF5C63559AE0}" dt="2026-04-29T05:17:04.815" v="3873" actId="1076"/>
        <pc:sldMkLst>
          <pc:docMk/>
          <pc:sldMk cId="782578203" sldId="263"/>
        </pc:sldMkLst>
        <pc:spChg chg="mod">
          <ac:chgData name="Kang, Zhanchen" userId="87889b69-70fd-4160-a433-c416f2f6134f" providerId="ADAL" clId="{A95CA354-6E5E-4965-872C-DF5C63559AE0}" dt="2026-04-29T05:15:32.289" v="3798" actId="20577"/>
          <ac:spMkLst>
            <pc:docMk/>
            <pc:sldMk cId="782578203" sldId="263"/>
            <ac:spMk id="2" creationId="{5662ABEF-86D5-EC51-5434-D8FB5303E69B}"/>
          </ac:spMkLst>
        </pc:spChg>
        <pc:spChg chg="mod">
          <ac:chgData name="Kang, Zhanchen" userId="87889b69-70fd-4160-a433-c416f2f6134f" providerId="ADAL" clId="{A95CA354-6E5E-4965-872C-DF5C63559AE0}" dt="2026-04-29T05:17:00.207" v="3872" actId="20577"/>
          <ac:spMkLst>
            <pc:docMk/>
            <pc:sldMk cId="782578203" sldId="263"/>
            <ac:spMk id="4" creationId="{00000000-0000-0000-0000-000000000000}"/>
          </ac:spMkLst>
        </pc:spChg>
        <pc:cxnChg chg="mod">
          <ac:chgData name="Kang, Zhanchen" userId="87889b69-70fd-4160-a433-c416f2f6134f" providerId="ADAL" clId="{A95CA354-6E5E-4965-872C-DF5C63559AE0}" dt="2026-04-29T05:17:04.815" v="3873" actId="1076"/>
          <ac:cxnSpMkLst>
            <pc:docMk/>
            <pc:sldMk cId="782578203" sldId="263"/>
            <ac:cxnSpMk id="13" creationId="{00000000-0000-0000-0000-000000000000}"/>
          </ac:cxnSpMkLst>
        </pc:cxnChg>
      </pc:sldChg>
      <pc:sldChg chg="modSp add mod ord modTransition">
        <pc:chgData name="Kang, Zhanchen" userId="87889b69-70fd-4160-a433-c416f2f6134f" providerId="ADAL" clId="{A95CA354-6E5E-4965-872C-DF5C63559AE0}" dt="2026-04-29T05:19:31.552" v="3890" actId="20577"/>
        <pc:sldMkLst>
          <pc:docMk/>
          <pc:sldMk cId="2208468541" sldId="272"/>
        </pc:sldMkLst>
        <pc:spChg chg="mod">
          <ac:chgData name="Kang, Zhanchen" userId="87889b69-70fd-4160-a433-c416f2f6134f" providerId="ADAL" clId="{A95CA354-6E5E-4965-872C-DF5C63559AE0}" dt="2026-04-29T05:19:31.552" v="3890" actId="20577"/>
          <ac:spMkLst>
            <pc:docMk/>
            <pc:sldMk cId="2208468541" sldId="272"/>
            <ac:spMk id="5" creationId="{0D41C318-E9AB-C995-202D-5FAC48EC659D}"/>
          </ac:spMkLst>
        </pc:spChg>
        <pc:graphicFrameChg chg="mod modGraphic">
          <ac:chgData name="Kang, Zhanchen" userId="87889b69-70fd-4160-a433-c416f2f6134f" providerId="ADAL" clId="{A95CA354-6E5E-4965-872C-DF5C63559AE0}" dt="2026-04-29T05:17:27.013" v="3879"/>
          <ac:graphicFrameMkLst>
            <pc:docMk/>
            <pc:sldMk cId="2208468541" sldId="272"/>
            <ac:graphicFrameMk id="6" creationId="{367AA635-E56E-F1B1-0E8F-881B51EB4A85}"/>
          </ac:graphicFrameMkLst>
        </pc:graphicFrameChg>
      </pc:sldChg>
      <pc:sldChg chg="delSp modSp add del mod modTransition">
        <pc:chgData name="Kang, Zhanchen" userId="87889b69-70fd-4160-a433-c416f2f6134f" providerId="ADAL" clId="{A95CA354-6E5E-4965-872C-DF5C63559AE0}" dt="2026-04-29T05:19:46.880" v="3892" actId="47"/>
        <pc:sldMkLst>
          <pc:docMk/>
          <pc:sldMk cId="2311180" sldId="273"/>
        </pc:sldMkLst>
      </pc:sldChg>
      <pc:sldChg chg="add del">
        <pc:chgData name="Kang, Zhanchen" userId="87889b69-70fd-4160-a433-c416f2f6134f" providerId="ADAL" clId="{A95CA354-6E5E-4965-872C-DF5C63559AE0}" dt="2026-02-26T01:41:24.987" v="2104" actId="47"/>
        <pc:sldMkLst>
          <pc:docMk/>
          <pc:sldMk cId="2891153965" sldId="274"/>
        </pc:sldMkLst>
      </pc:sldChg>
      <pc:sldChg chg="modSp add del mod">
        <pc:chgData name="Kang, Zhanchen" userId="87889b69-70fd-4160-a433-c416f2f6134f" providerId="ADAL" clId="{A95CA354-6E5E-4965-872C-DF5C63559AE0}" dt="2026-02-26T01:44:05.110" v="2105" actId="47"/>
        <pc:sldMkLst>
          <pc:docMk/>
          <pc:sldMk cId="4077062406" sldId="275"/>
        </pc:sldMkLst>
      </pc:sldChg>
      <pc:sldChg chg="modSp add del mod">
        <pc:chgData name="Kang, Zhanchen" userId="87889b69-70fd-4160-a433-c416f2f6134f" providerId="ADAL" clId="{A95CA354-6E5E-4965-872C-DF5C63559AE0}" dt="2026-02-26T01:44:13.656" v="2107" actId="47"/>
        <pc:sldMkLst>
          <pc:docMk/>
          <pc:sldMk cId="4127330611" sldId="276"/>
        </pc:sldMkLst>
      </pc:sldChg>
      <pc:sldChg chg="modSp add mod modTransition">
        <pc:chgData name="Kang, Zhanchen" userId="87889b69-70fd-4160-a433-c416f2f6134f" providerId="ADAL" clId="{A95CA354-6E5E-4965-872C-DF5C63559AE0}" dt="2026-04-29T05:20:31.560" v="3917" actId="20577"/>
        <pc:sldMkLst>
          <pc:docMk/>
          <pc:sldMk cId="3351992377" sldId="277"/>
        </pc:sldMkLst>
        <pc:spChg chg="mod">
          <ac:chgData name="Kang, Zhanchen" userId="87889b69-70fd-4160-a433-c416f2f6134f" providerId="ADAL" clId="{A95CA354-6E5E-4965-872C-DF5C63559AE0}" dt="2026-04-29T05:20:31.560" v="3917" actId="20577"/>
          <ac:spMkLst>
            <pc:docMk/>
            <pc:sldMk cId="3351992377" sldId="277"/>
            <ac:spMk id="5" creationId="{8DB3CBD7-6A1D-40A7-8E72-11C7AFAA332C}"/>
          </ac:spMkLst>
        </pc:spChg>
      </pc:sldChg>
      <pc:sldChg chg="add del">
        <pc:chgData name="Kang, Zhanchen" userId="87889b69-70fd-4160-a433-c416f2f6134f" providerId="ADAL" clId="{A95CA354-6E5E-4965-872C-DF5C63559AE0}" dt="2026-02-26T01:44:07.751" v="2106" actId="47"/>
        <pc:sldMkLst>
          <pc:docMk/>
          <pc:sldMk cId="3069132970" sldId="278"/>
        </pc:sldMkLst>
      </pc:sldChg>
      <pc:sldChg chg="delSp modSp add del mod">
        <pc:chgData name="Kang, Zhanchen" userId="87889b69-70fd-4160-a433-c416f2f6134f" providerId="ADAL" clId="{A95CA354-6E5E-4965-872C-DF5C63559AE0}" dt="2026-02-26T01:40:49.878" v="2103" actId="47"/>
        <pc:sldMkLst>
          <pc:docMk/>
          <pc:sldMk cId="518098326" sldId="279"/>
        </pc:sldMkLst>
      </pc:sldChg>
      <pc:sldChg chg="addSp modSp add del mod modTransition">
        <pc:chgData name="Kang, Zhanchen" userId="87889b69-70fd-4160-a433-c416f2f6134f" providerId="ADAL" clId="{A95CA354-6E5E-4965-872C-DF5C63559AE0}" dt="2026-04-29T05:20:58.571" v="3918" actId="47"/>
        <pc:sldMkLst>
          <pc:docMk/>
          <pc:sldMk cId="882129892" sldId="280"/>
        </pc:sldMkLst>
      </pc:sldChg>
      <pc:sldChg chg="modSp add del mod modTransition">
        <pc:chgData name="Kang, Zhanchen" userId="87889b69-70fd-4160-a433-c416f2f6134f" providerId="ADAL" clId="{A95CA354-6E5E-4965-872C-DF5C63559AE0}" dt="2026-04-29T05:19:39.557" v="3891" actId="47"/>
        <pc:sldMkLst>
          <pc:docMk/>
          <pc:sldMk cId="2073219412" sldId="281"/>
        </pc:sldMkLst>
      </pc:sldChg>
      <pc:sldChg chg="addSp modSp add del mod ord modTransition">
        <pc:chgData name="Kang, Zhanchen" userId="87889b69-70fd-4160-a433-c416f2f6134f" providerId="ADAL" clId="{A95CA354-6E5E-4965-872C-DF5C63559AE0}" dt="2026-04-29T05:20:58.571" v="3918" actId="47"/>
        <pc:sldMkLst>
          <pc:docMk/>
          <pc:sldMk cId="1267306729" sldId="284"/>
        </pc:sldMkLst>
      </pc:sldChg>
      <pc:sldChg chg="modSp add del mod modTransition">
        <pc:chgData name="Kang, Zhanchen" userId="87889b69-70fd-4160-a433-c416f2f6134f" providerId="ADAL" clId="{A95CA354-6E5E-4965-872C-DF5C63559AE0}" dt="2026-04-29T05:20:58.571" v="3918" actId="47"/>
        <pc:sldMkLst>
          <pc:docMk/>
          <pc:sldMk cId="3055682081" sldId="285"/>
        </pc:sldMkLst>
      </pc:sldChg>
      <pc:sldChg chg="addSp modSp add del mod ord modTransition">
        <pc:chgData name="Kang, Zhanchen" userId="87889b69-70fd-4160-a433-c416f2f6134f" providerId="ADAL" clId="{A95CA354-6E5E-4965-872C-DF5C63559AE0}" dt="2026-04-29T05:20:58.571" v="3918" actId="47"/>
        <pc:sldMkLst>
          <pc:docMk/>
          <pc:sldMk cId="174757044" sldId="286"/>
        </pc:sldMkLst>
      </pc:sldChg>
      <pc:sldChg chg="addSp modSp add del mod modTransition">
        <pc:chgData name="Kang, Zhanchen" userId="87889b69-70fd-4160-a433-c416f2f6134f" providerId="ADAL" clId="{A95CA354-6E5E-4965-872C-DF5C63559AE0}" dt="2026-04-29T05:20:58.571" v="3918" actId="47"/>
        <pc:sldMkLst>
          <pc:docMk/>
          <pc:sldMk cId="3679900292" sldId="287"/>
        </pc:sldMkLst>
      </pc:sldChg>
      <pc:sldChg chg="addSp delSp modSp add del mod modTransition modNotesTx">
        <pc:chgData name="Kang, Zhanchen" userId="87889b69-70fd-4160-a433-c416f2f6134f" providerId="ADAL" clId="{A95CA354-6E5E-4965-872C-DF5C63559AE0}" dt="2026-04-29T05:20:58.571" v="3918" actId="47"/>
        <pc:sldMkLst>
          <pc:docMk/>
          <pc:sldMk cId="1467635664" sldId="288"/>
        </pc:sldMkLst>
      </pc:sldChg>
      <pc:sldChg chg="addSp modSp add del mod modTransition modNotesTx">
        <pc:chgData name="Kang, Zhanchen" userId="87889b69-70fd-4160-a433-c416f2f6134f" providerId="ADAL" clId="{A95CA354-6E5E-4965-872C-DF5C63559AE0}" dt="2026-04-29T05:20:58.571" v="3918" actId="47"/>
        <pc:sldMkLst>
          <pc:docMk/>
          <pc:sldMk cId="4048195240" sldId="289"/>
        </pc:sldMkLst>
      </pc:sldChg>
      <pc:sldChg chg="addSp delSp modSp add del mod modTransition modNotesTx">
        <pc:chgData name="Kang, Zhanchen" userId="87889b69-70fd-4160-a433-c416f2f6134f" providerId="ADAL" clId="{A95CA354-6E5E-4965-872C-DF5C63559AE0}" dt="2026-04-29T05:20:58.571" v="3918" actId="47"/>
        <pc:sldMkLst>
          <pc:docMk/>
          <pc:sldMk cId="3261471797" sldId="290"/>
        </pc:sldMkLst>
      </pc:sldChg>
      <pc:sldChg chg="addSp delSp modSp add del mod modTransition">
        <pc:chgData name="Kang, Zhanchen" userId="87889b69-70fd-4160-a433-c416f2f6134f" providerId="ADAL" clId="{A95CA354-6E5E-4965-872C-DF5C63559AE0}" dt="2026-04-29T05:20:58.571" v="3918" actId="47"/>
        <pc:sldMkLst>
          <pc:docMk/>
          <pc:sldMk cId="1475011244" sldId="291"/>
        </pc:sldMkLst>
      </pc:sldChg>
      <pc:sldChg chg="addSp delSp modSp add del mod modTransition">
        <pc:chgData name="Kang, Zhanchen" userId="87889b69-70fd-4160-a433-c416f2f6134f" providerId="ADAL" clId="{A95CA354-6E5E-4965-872C-DF5C63559AE0}" dt="2026-04-29T05:20:58.571" v="3918" actId="47"/>
        <pc:sldMkLst>
          <pc:docMk/>
          <pc:sldMk cId="21174566" sldId="292"/>
        </pc:sldMkLst>
      </pc:sldChg>
      <pc:sldChg chg="addSp delSp modSp add del mod modTransition">
        <pc:chgData name="Kang, Zhanchen" userId="87889b69-70fd-4160-a433-c416f2f6134f" providerId="ADAL" clId="{A95CA354-6E5E-4965-872C-DF5C63559AE0}" dt="2026-04-29T05:20:58.571" v="3918" actId="47"/>
        <pc:sldMkLst>
          <pc:docMk/>
          <pc:sldMk cId="3998153877" sldId="293"/>
        </pc:sldMkLst>
      </pc:sldChg>
      <pc:sldChg chg="addSp delSp modSp add del mod modTransition">
        <pc:chgData name="Kang, Zhanchen" userId="87889b69-70fd-4160-a433-c416f2f6134f" providerId="ADAL" clId="{A95CA354-6E5E-4965-872C-DF5C63559AE0}" dt="2026-04-29T05:20:58.571" v="3918" actId="47"/>
        <pc:sldMkLst>
          <pc:docMk/>
          <pc:sldMk cId="1439606174" sldId="294"/>
        </pc:sldMkLst>
      </pc:sldChg>
      <pc:sldChg chg="delSp modSp add del mod ord modTransition">
        <pc:chgData name="Kang, Zhanchen" userId="87889b69-70fd-4160-a433-c416f2f6134f" providerId="ADAL" clId="{A95CA354-6E5E-4965-872C-DF5C63559AE0}" dt="2026-04-29T20:50:48.129" v="4418" actId="47"/>
        <pc:sldMkLst>
          <pc:docMk/>
          <pc:sldMk cId="4114444310" sldId="295"/>
        </pc:sldMkLst>
        <pc:spChg chg="mod">
          <ac:chgData name="Kang, Zhanchen" userId="87889b69-70fd-4160-a433-c416f2f6134f" providerId="ADAL" clId="{A95CA354-6E5E-4965-872C-DF5C63559AE0}" dt="2026-04-29T20:50:24.711" v="4405"/>
          <ac:spMkLst>
            <pc:docMk/>
            <pc:sldMk cId="4114444310" sldId="295"/>
            <ac:spMk id="4" creationId="{043C71BF-0BF7-C189-E3B9-75ADB4551F15}"/>
          </ac:spMkLst>
        </pc:spChg>
        <pc:spChg chg="mod">
          <ac:chgData name="Kang, Zhanchen" userId="87889b69-70fd-4160-a433-c416f2f6134f" providerId="ADAL" clId="{A95CA354-6E5E-4965-872C-DF5C63559AE0}" dt="2026-04-29T20:50:09.101" v="4399" actId="20577"/>
          <ac:spMkLst>
            <pc:docMk/>
            <pc:sldMk cId="4114444310" sldId="295"/>
            <ac:spMk id="5" creationId="{D8818FD3-4C26-D744-E583-40F3E4F37EA2}"/>
          </ac:spMkLst>
        </pc:spChg>
      </pc:sldChg>
      <pc:sldChg chg="addSp modSp add mod">
        <pc:chgData name="Kang, Zhanchen" userId="87889b69-70fd-4160-a433-c416f2f6134f" providerId="ADAL" clId="{A95CA354-6E5E-4965-872C-DF5C63559AE0}" dt="2026-04-29T05:22:42.559" v="3957" actId="1076"/>
        <pc:sldMkLst>
          <pc:docMk/>
          <pc:sldMk cId="2298284123" sldId="296"/>
        </pc:sldMkLst>
        <pc:spChg chg="mod">
          <ac:chgData name="Kang, Zhanchen" userId="87889b69-70fd-4160-a433-c416f2f6134f" providerId="ADAL" clId="{A95CA354-6E5E-4965-872C-DF5C63559AE0}" dt="2026-04-29T05:21:47.638" v="3943" actId="20577"/>
          <ac:spMkLst>
            <pc:docMk/>
            <pc:sldMk cId="2298284123" sldId="296"/>
            <ac:spMk id="4" creationId="{CDA23C5F-FF08-A342-D01D-3D00A4C83290}"/>
          </ac:spMkLst>
        </pc:spChg>
        <pc:spChg chg="mod">
          <ac:chgData name="Kang, Zhanchen" userId="87889b69-70fd-4160-a433-c416f2f6134f" providerId="ADAL" clId="{A95CA354-6E5E-4965-872C-DF5C63559AE0}" dt="2026-04-29T05:22:19.235" v="3953" actId="20577"/>
          <ac:spMkLst>
            <pc:docMk/>
            <pc:sldMk cId="2298284123" sldId="296"/>
            <ac:spMk id="5" creationId="{886DC045-0072-D48D-0D23-93DAD0056235}"/>
          </ac:spMkLst>
        </pc:spChg>
        <pc:picChg chg="add mod">
          <ac:chgData name="Kang, Zhanchen" userId="87889b69-70fd-4160-a433-c416f2f6134f" providerId="ADAL" clId="{A95CA354-6E5E-4965-872C-DF5C63559AE0}" dt="2026-04-29T05:22:42.559" v="3957" actId="1076"/>
          <ac:picMkLst>
            <pc:docMk/>
            <pc:sldMk cId="2298284123" sldId="296"/>
            <ac:picMk id="6" creationId="{21E9EC38-36A8-5BD2-5491-ED2CCE6F82DA}"/>
          </ac:picMkLst>
        </pc:picChg>
      </pc:sldChg>
      <pc:sldChg chg="delSp modSp add del mod modTransition">
        <pc:chgData name="Kang, Zhanchen" userId="87889b69-70fd-4160-a433-c416f2f6134f" providerId="ADAL" clId="{A95CA354-6E5E-4965-872C-DF5C63559AE0}" dt="2026-04-29T05:20:58.571" v="3918" actId="47"/>
        <pc:sldMkLst>
          <pc:docMk/>
          <pc:sldMk cId="2833865287" sldId="296"/>
        </pc:sldMkLst>
      </pc:sldChg>
      <pc:sldChg chg="addSp modSp add mod">
        <pc:chgData name="Kang, Zhanchen" userId="87889b69-70fd-4160-a433-c416f2f6134f" providerId="ADAL" clId="{A95CA354-6E5E-4965-872C-DF5C63559AE0}" dt="2026-04-29T20:44:45.912" v="4305" actId="404"/>
        <pc:sldMkLst>
          <pc:docMk/>
          <pc:sldMk cId="825763644" sldId="297"/>
        </pc:sldMkLst>
        <pc:spChg chg="mod">
          <ac:chgData name="Kang, Zhanchen" userId="87889b69-70fd-4160-a433-c416f2f6134f" providerId="ADAL" clId="{A95CA354-6E5E-4965-872C-DF5C63559AE0}" dt="2026-04-29T20:44:45.912" v="4305" actId="404"/>
          <ac:spMkLst>
            <pc:docMk/>
            <pc:sldMk cId="825763644" sldId="297"/>
            <ac:spMk id="5" creationId="{8D56EAC2-1C7E-0BD3-A8C8-CE21FE5081D1}"/>
          </ac:spMkLst>
        </pc:spChg>
        <pc:picChg chg="add mod">
          <ac:chgData name="Kang, Zhanchen" userId="87889b69-70fd-4160-a433-c416f2f6134f" providerId="ADAL" clId="{A95CA354-6E5E-4965-872C-DF5C63559AE0}" dt="2026-04-29T20:44:40.523" v="4303" actId="1076"/>
          <ac:picMkLst>
            <pc:docMk/>
            <pc:sldMk cId="825763644" sldId="297"/>
            <ac:picMk id="6" creationId="{879F0E7A-A5D7-4C8E-F0B6-DBA4125AE1D4}"/>
          </ac:picMkLst>
        </pc:picChg>
      </pc:sldChg>
      <pc:sldChg chg="delSp modSp add del mod ord modTransition">
        <pc:chgData name="Kang, Zhanchen" userId="87889b69-70fd-4160-a433-c416f2f6134f" providerId="ADAL" clId="{A95CA354-6E5E-4965-872C-DF5C63559AE0}" dt="2026-04-29T05:20:58.571" v="3918" actId="47"/>
        <pc:sldMkLst>
          <pc:docMk/>
          <pc:sldMk cId="901659859" sldId="297"/>
        </pc:sldMkLst>
      </pc:sldChg>
      <pc:sldChg chg="modSp add mod">
        <pc:chgData name="Kang, Zhanchen" userId="87889b69-70fd-4160-a433-c416f2f6134f" providerId="ADAL" clId="{A95CA354-6E5E-4965-872C-DF5C63559AE0}" dt="2026-04-29T20:48:06.454" v="4344" actId="207"/>
        <pc:sldMkLst>
          <pc:docMk/>
          <pc:sldMk cId="870060052" sldId="298"/>
        </pc:sldMkLst>
        <pc:spChg chg="mod">
          <ac:chgData name="Kang, Zhanchen" userId="87889b69-70fd-4160-a433-c416f2f6134f" providerId="ADAL" clId="{A95CA354-6E5E-4965-872C-DF5C63559AE0}" dt="2026-04-29T20:46:00.815" v="4318" actId="20577"/>
          <ac:spMkLst>
            <pc:docMk/>
            <pc:sldMk cId="870060052" sldId="298"/>
            <ac:spMk id="4" creationId="{950A3583-6FBB-A7A0-8335-D547CE74FA2B}"/>
          </ac:spMkLst>
        </pc:spChg>
        <pc:spChg chg="mod">
          <ac:chgData name="Kang, Zhanchen" userId="87889b69-70fd-4160-a433-c416f2f6134f" providerId="ADAL" clId="{A95CA354-6E5E-4965-872C-DF5C63559AE0}" dt="2026-04-29T20:48:06.454" v="4344" actId="207"/>
          <ac:spMkLst>
            <pc:docMk/>
            <pc:sldMk cId="870060052" sldId="298"/>
            <ac:spMk id="5" creationId="{0318EC4D-82AE-CC0A-6522-170E10D354CE}"/>
          </ac:spMkLst>
        </pc:spChg>
      </pc:sldChg>
      <pc:sldChg chg="addSp delSp modSp add mod modTransition">
        <pc:chgData name="Kang, Zhanchen" userId="87889b69-70fd-4160-a433-c416f2f6134f" providerId="ADAL" clId="{A95CA354-6E5E-4965-872C-DF5C63559AE0}" dt="2026-02-26T05:07:54.241" v="3752"/>
        <pc:sldMkLst>
          <pc:docMk/>
          <pc:sldMk cId="1922390234" sldId="298"/>
        </pc:sldMkLst>
      </pc:sldChg>
      <pc:sldChg chg="modSp add mod">
        <pc:chgData name="Kang, Zhanchen" userId="87889b69-70fd-4160-a433-c416f2f6134f" providerId="ADAL" clId="{A95CA354-6E5E-4965-872C-DF5C63559AE0}" dt="2026-04-29T23:25:22.472" v="4513" actId="20577"/>
        <pc:sldMkLst>
          <pc:docMk/>
          <pc:sldMk cId="27675740" sldId="299"/>
        </pc:sldMkLst>
        <pc:spChg chg="mod">
          <ac:chgData name="Kang, Zhanchen" userId="87889b69-70fd-4160-a433-c416f2f6134f" providerId="ADAL" clId="{A95CA354-6E5E-4965-872C-DF5C63559AE0}" dt="2026-04-29T20:48:31.494" v="4358" actId="20577"/>
          <ac:spMkLst>
            <pc:docMk/>
            <pc:sldMk cId="27675740" sldId="299"/>
            <ac:spMk id="4" creationId="{4E1FAF5E-E5D1-58DE-E630-975F1655BD7A}"/>
          </ac:spMkLst>
        </pc:spChg>
        <pc:spChg chg="mod">
          <ac:chgData name="Kang, Zhanchen" userId="87889b69-70fd-4160-a433-c416f2f6134f" providerId="ADAL" clId="{A95CA354-6E5E-4965-872C-DF5C63559AE0}" dt="2026-04-29T23:25:22.472" v="4513" actId="20577"/>
          <ac:spMkLst>
            <pc:docMk/>
            <pc:sldMk cId="27675740" sldId="299"/>
            <ac:spMk id="5" creationId="{BC80E71F-D30C-406D-4ED7-BAE015A84762}"/>
          </ac:spMkLst>
        </pc:spChg>
      </pc:sldChg>
      <pc:sldChg chg="addSp delSp modSp add mod modTransition">
        <pc:chgData name="Kang, Zhanchen" userId="87889b69-70fd-4160-a433-c416f2f6134f" providerId="ADAL" clId="{A95CA354-6E5E-4965-872C-DF5C63559AE0}" dt="2026-02-26T05:07:54.241" v="3752"/>
        <pc:sldMkLst>
          <pc:docMk/>
          <pc:sldMk cId="4110718270" sldId="299"/>
        </pc:sldMkLst>
      </pc:sldChg>
      <pc:sldChg chg="modSp add mod">
        <pc:chgData name="Kang, Zhanchen" userId="87889b69-70fd-4160-a433-c416f2f6134f" providerId="ADAL" clId="{A95CA354-6E5E-4965-872C-DF5C63559AE0}" dt="2026-04-29T23:45:33.810" v="4927" actId="20577"/>
        <pc:sldMkLst>
          <pc:docMk/>
          <pc:sldMk cId="648843724" sldId="300"/>
        </pc:sldMkLst>
        <pc:spChg chg="mod">
          <ac:chgData name="Kang, Zhanchen" userId="87889b69-70fd-4160-a433-c416f2f6134f" providerId="ADAL" clId="{A95CA354-6E5E-4965-872C-DF5C63559AE0}" dt="2026-04-29T20:49:06.691" v="4370" actId="20577"/>
          <ac:spMkLst>
            <pc:docMk/>
            <pc:sldMk cId="648843724" sldId="300"/>
            <ac:spMk id="4" creationId="{9967CEFC-D833-F21C-C860-5048BCDD3CF2}"/>
          </ac:spMkLst>
        </pc:spChg>
        <pc:spChg chg="mod">
          <ac:chgData name="Kang, Zhanchen" userId="87889b69-70fd-4160-a433-c416f2f6134f" providerId="ADAL" clId="{A95CA354-6E5E-4965-872C-DF5C63559AE0}" dt="2026-04-29T23:45:33.810" v="4927" actId="20577"/>
          <ac:spMkLst>
            <pc:docMk/>
            <pc:sldMk cId="648843724" sldId="300"/>
            <ac:spMk id="5" creationId="{5BF4B121-8674-D6D4-D52B-D87EBFAE8564}"/>
          </ac:spMkLst>
        </pc:spChg>
      </pc:sldChg>
      <pc:sldChg chg="addSp delSp modSp add del mod modTransition">
        <pc:chgData name="Kang, Zhanchen" userId="87889b69-70fd-4160-a433-c416f2f6134f" providerId="ADAL" clId="{A95CA354-6E5E-4965-872C-DF5C63559AE0}" dt="2026-04-29T05:20:58.571" v="3918" actId="47"/>
        <pc:sldMkLst>
          <pc:docMk/>
          <pc:sldMk cId="3470139659" sldId="300"/>
        </pc:sldMkLst>
      </pc:sldChg>
      <pc:sldChg chg="modSp add del mod modTransition">
        <pc:chgData name="Kang, Zhanchen" userId="87889b69-70fd-4160-a433-c416f2f6134f" providerId="ADAL" clId="{A95CA354-6E5E-4965-872C-DF5C63559AE0}" dt="2026-04-29T05:19:46.880" v="3892" actId="47"/>
        <pc:sldMkLst>
          <pc:docMk/>
          <pc:sldMk cId="3615769734" sldId="301"/>
        </pc:sldMkLst>
      </pc:sldChg>
      <pc:sldChg chg="modSp add mod ord">
        <pc:chgData name="Kang, Zhanchen" userId="87889b69-70fd-4160-a433-c416f2f6134f" providerId="ADAL" clId="{A95CA354-6E5E-4965-872C-DF5C63559AE0}" dt="2026-04-29T23:47:41.261" v="4985" actId="207"/>
        <pc:sldMkLst>
          <pc:docMk/>
          <pc:sldMk cId="3947458893" sldId="301"/>
        </pc:sldMkLst>
        <pc:spChg chg="mod">
          <ac:chgData name="Kang, Zhanchen" userId="87889b69-70fd-4160-a433-c416f2f6134f" providerId="ADAL" clId="{A95CA354-6E5E-4965-872C-DF5C63559AE0}" dt="2026-04-29T20:50:17.411" v="4403" actId="1076"/>
          <ac:spMkLst>
            <pc:docMk/>
            <pc:sldMk cId="3947458893" sldId="301"/>
            <ac:spMk id="4" creationId="{0EC7D77F-C731-B08D-E3AF-24869C9E7DD8}"/>
          </ac:spMkLst>
        </pc:spChg>
        <pc:spChg chg="mod">
          <ac:chgData name="Kang, Zhanchen" userId="87889b69-70fd-4160-a433-c416f2f6134f" providerId="ADAL" clId="{A95CA354-6E5E-4965-872C-DF5C63559AE0}" dt="2026-04-29T23:47:41.261" v="4985" actId="207"/>
          <ac:spMkLst>
            <pc:docMk/>
            <pc:sldMk cId="3947458893" sldId="301"/>
            <ac:spMk id="5" creationId="{95F89DC6-1B5B-DDAA-D624-9F2535720DC8}"/>
          </ac:spMkLst>
        </pc:spChg>
      </pc:sldChg>
      <pc:sldChg chg="addSp delSp modSp add del mod modTransition">
        <pc:chgData name="Kang, Zhanchen" userId="87889b69-70fd-4160-a433-c416f2f6134f" providerId="ADAL" clId="{A95CA354-6E5E-4965-872C-DF5C63559AE0}" dt="2026-04-29T05:20:58.571" v="3918" actId="47"/>
        <pc:sldMkLst>
          <pc:docMk/>
          <pc:sldMk cId="2679598829" sldId="302"/>
        </pc:sldMkLst>
      </pc:sldChg>
      <pc:sldChg chg="modSp add mod ord">
        <pc:chgData name="Kang, Zhanchen" userId="87889b69-70fd-4160-a433-c416f2f6134f" providerId="ADAL" clId="{A95CA354-6E5E-4965-872C-DF5C63559AE0}" dt="2026-04-29T20:51:18.516" v="4481" actId="113"/>
        <pc:sldMkLst>
          <pc:docMk/>
          <pc:sldMk cId="3520523714" sldId="302"/>
        </pc:sldMkLst>
        <pc:spChg chg="mod">
          <ac:chgData name="Kang, Zhanchen" userId="87889b69-70fd-4160-a433-c416f2f6134f" providerId="ADAL" clId="{A95CA354-6E5E-4965-872C-DF5C63559AE0}" dt="2026-04-29T20:51:18.516" v="4481" actId="113"/>
          <ac:spMkLst>
            <pc:docMk/>
            <pc:sldMk cId="3520523714" sldId="302"/>
            <ac:spMk id="5" creationId="{25D8EBBB-7D89-A5FE-3A8C-9E9CFB312697}"/>
          </ac:spMkLst>
        </pc:spChg>
      </pc:sldChg>
      <pc:sldChg chg="del">
        <pc:chgData name="Kang, Zhanchen" userId="87889b69-70fd-4160-a433-c416f2f6134f" providerId="ADAL" clId="{A95CA354-6E5E-4965-872C-DF5C63559AE0}" dt="2026-04-29T05:20:58.571" v="3918" actId="47"/>
        <pc:sldMkLst>
          <pc:docMk/>
          <pc:sldMk cId="1095282389" sldId="303"/>
        </pc:sldMkLst>
      </pc:sldChg>
      <pc:sldChg chg="modSp add mod ord">
        <pc:chgData name="Kang, Zhanchen" userId="87889b69-70fd-4160-a433-c416f2f6134f" providerId="ADAL" clId="{A95CA354-6E5E-4965-872C-DF5C63559AE0}" dt="2026-04-29T23:46:10.872" v="4959"/>
        <pc:sldMkLst>
          <pc:docMk/>
          <pc:sldMk cId="1859779982" sldId="303"/>
        </pc:sldMkLst>
        <pc:spChg chg="mod">
          <ac:chgData name="Kang, Zhanchen" userId="87889b69-70fd-4160-a433-c416f2f6134f" providerId="ADAL" clId="{A95CA354-6E5E-4965-872C-DF5C63559AE0}" dt="2026-04-29T20:51:29.774" v="4506" actId="20577"/>
          <ac:spMkLst>
            <pc:docMk/>
            <pc:sldMk cId="1859779982" sldId="303"/>
            <ac:spMk id="4" creationId="{A9FB4F93-AF84-404A-0BBB-4422EC37B4FC}"/>
          </ac:spMkLst>
        </pc:spChg>
      </pc:sldChg>
      <pc:sldChg chg="addSp modSp add mod">
        <pc:chgData name="Kang, Zhanchen" userId="87889b69-70fd-4160-a433-c416f2f6134f" providerId="ADAL" clId="{A95CA354-6E5E-4965-872C-DF5C63559AE0}" dt="2026-04-29T23:29:44.217" v="4604" actId="20577"/>
        <pc:sldMkLst>
          <pc:docMk/>
          <pc:sldMk cId="2880948298" sldId="304"/>
        </pc:sldMkLst>
        <pc:spChg chg="mod">
          <ac:chgData name="Kang, Zhanchen" userId="87889b69-70fd-4160-a433-c416f2f6134f" providerId="ADAL" clId="{A95CA354-6E5E-4965-872C-DF5C63559AE0}" dt="2026-04-29T23:26:15.190" v="4540" actId="20577"/>
          <ac:spMkLst>
            <pc:docMk/>
            <pc:sldMk cId="2880948298" sldId="304"/>
            <ac:spMk id="4" creationId="{2C9065AB-CCA6-80EE-D2DD-7806C81862EE}"/>
          </ac:spMkLst>
        </pc:spChg>
        <pc:spChg chg="mod">
          <ac:chgData name="Kang, Zhanchen" userId="87889b69-70fd-4160-a433-c416f2f6134f" providerId="ADAL" clId="{A95CA354-6E5E-4965-872C-DF5C63559AE0}" dt="2026-04-29T23:27:23.830" v="4547"/>
          <ac:spMkLst>
            <pc:docMk/>
            <pc:sldMk cId="2880948298" sldId="304"/>
            <ac:spMk id="5" creationId="{7CE644F4-6AEF-8F4F-3004-BB1FA48C7BA2}"/>
          </ac:spMkLst>
        </pc:spChg>
        <pc:graphicFrameChg chg="add mod modGraphic">
          <ac:chgData name="Kang, Zhanchen" userId="87889b69-70fd-4160-a433-c416f2f6134f" providerId="ADAL" clId="{A95CA354-6E5E-4965-872C-DF5C63559AE0}" dt="2026-04-29T23:29:44.217" v="4604" actId="20577"/>
          <ac:graphicFrameMkLst>
            <pc:docMk/>
            <pc:sldMk cId="2880948298" sldId="304"/>
            <ac:graphicFrameMk id="2" creationId="{1294037F-3617-4056-E86E-1C9A82045358}"/>
          </ac:graphicFrameMkLst>
        </pc:graphicFrameChg>
      </pc:sldChg>
      <pc:sldChg chg="del">
        <pc:chgData name="Kang, Zhanchen" userId="87889b69-70fd-4160-a433-c416f2f6134f" providerId="ADAL" clId="{A95CA354-6E5E-4965-872C-DF5C63559AE0}" dt="2026-04-29T05:20:58.571" v="3918" actId="47"/>
        <pc:sldMkLst>
          <pc:docMk/>
          <pc:sldMk cId="3024746747" sldId="304"/>
        </pc:sldMkLst>
      </pc:sldChg>
      <pc:sldChg chg="delSp modSp add mod">
        <pc:chgData name="Kang, Zhanchen" userId="87889b69-70fd-4160-a433-c416f2f6134f" providerId="ADAL" clId="{A95CA354-6E5E-4965-872C-DF5C63559AE0}" dt="2026-04-29T23:31:45.442" v="4692" actId="20577"/>
        <pc:sldMkLst>
          <pc:docMk/>
          <pc:sldMk cId="162279002" sldId="305"/>
        </pc:sldMkLst>
        <pc:spChg chg="mod">
          <ac:chgData name="Kang, Zhanchen" userId="87889b69-70fd-4160-a433-c416f2f6134f" providerId="ADAL" clId="{A95CA354-6E5E-4965-872C-DF5C63559AE0}" dt="2026-04-29T23:30:03.214" v="4628" actId="20577"/>
          <ac:spMkLst>
            <pc:docMk/>
            <pc:sldMk cId="162279002" sldId="305"/>
            <ac:spMk id="4" creationId="{9C5CD05F-D3FD-C6A1-F5E9-F5F04994C0A9}"/>
          </ac:spMkLst>
        </pc:spChg>
        <pc:spChg chg="mod">
          <ac:chgData name="Kang, Zhanchen" userId="87889b69-70fd-4160-a433-c416f2f6134f" providerId="ADAL" clId="{A95CA354-6E5E-4965-872C-DF5C63559AE0}" dt="2026-04-29T23:31:45.442" v="4692" actId="20577"/>
          <ac:spMkLst>
            <pc:docMk/>
            <pc:sldMk cId="162279002" sldId="305"/>
            <ac:spMk id="5" creationId="{3EFBC9EF-0CDF-2B17-7489-7CB584B67B8E}"/>
          </ac:spMkLst>
        </pc:spChg>
        <pc:graphicFrameChg chg="del modGraphic">
          <ac:chgData name="Kang, Zhanchen" userId="87889b69-70fd-4160-a433-c416f2f6134f" providerId="ADAL" clId="{A95CA354-6E5E-4965-872C-DF5C63559AE0}" dt="2026-04-29T23:30:09.354" v="4630" actId="478"/>
          <ac:graphicFrameMkLst>
            <pc:docMk/>
            <pc:sldMk cId="162279002" sldId="305"/>
            <ac:graphicFrameMk id="2" creationId="{A036135F-D4E5-17E0-B56A-57CE20CAB572}"/>
          </ac:graphicFrameMkLst>
        </pc:graphicFrameChg>
      </pc:sldChg>
      <pc:sldChg chg="del">
        <pc:chgData name="Kang, Zhanchen" userId="87889b69-70fd-4160-a433-c416f2f6134f" providerId="ADAL" clId="{A95CA354-6E5E-4965-872C-DF5C63559AE0}" dt="2026-04-29T05:20:58.571" v="3918" actId="47"/>
        <pc:sldMkLst>
          <pc:docMk/>
          <pc:sldMk cId="2575150923" sldId="305"/>
        </pc:sldMkLst>
      </pc:sldChg>
      <pc:sldChg chg="addSp modSp add mod">
        <pc:chgData name="Kang, Zhanchen" userId="87889b69-70fd-4160-a433-c416f2f6134f" providerId="ADAL" clId="{A95CA354-6E5E-4965-872C-DF5C63559AE0}" dt="2026-04-29T23:41:22.514" v="4869" actId="14100"/>
        <pc:sldMkLst>
          <pc:docMk/>
          <pc:sldMk cId="2558277820" sldId="306"/>
        </pc:sldMkLst>
        <pc:spChg chg="mod">
          <ac:chgData name="Kang, Zhanchen" userId="87889b69-70fd-4160-a433-c416f2f6134f" providerId="ADAL" clId="{A95CA354-6E5E-4965-872C-DF5C63559AE0}" dt="2026-04-29T23:38:56.961" v="4726" actId="20577"/>
          <ac:spMkLst>
            <pc:docMk/>
            <pc:sldMk cId="2558277820" sldId="306"/>
            <ac:spMk id="4" creationId="{2C1F6BDC-B7C9-D88B-FC8A-17F809BE126B}"/>
          </ac:spMkLst>
        </pc:spChg>
        <pc:spChg chg="mod">
          <ac:chgData name="Kang, Zhanchen" userId="87889b69-70fd-4160-a433-c416f2f6134f" providerId="ADAL" clId="{A95CA354-6E5E-4965-872C-DF5C63559AE0}" dt="2026-04-29T23:39:31.769" v="4744" actId="6549"/>
          <ac:spMkLst>
            <pc:docMk/>
            <pc:sldMk cId="2558277820" sldId="306"/>
            <ac:spMk id="5" creationId="{983ADD24-6931-539A-526C-9EE7C3AE6976}"/>
          </ac:spMkLst>
        </pc:spChg>
        <pc:graphicFrameChg chg="add mod modGraphic">
          <ac:chgData name="Kang, Zhanchen" userId="87889b69-70fd-4160-a433-c416f2f6134f" providerId="ADAL" clId="{A95CA354-6E5E-4965-872C-DF5C63559AE0}" dt="2026-04-29T23:41:22.514" v="4869" actId="14100"/>
          <ac:graphicFrameMkLst>
            <pc:docMk/>
            <pc:sldMk cId="2558277820" sldId="306"/>
            <ac:graphicFrameMk id="2" creationId="{5B173359-1CCA-714D-463D-B6A0401E7C9C}"/>
          </ac:graphicFrameMkLst>
        </pc:graphicFrameChg>
      </pc:sldChg>
      <pc:sldChg chg="add">
        <pc:chgData name="Kang, Zhanchen" userId="87889b69-70fd-4160-a433-c416f2f6134f" providerId="ADAL" clId="{A95CA354-6E5E-4965-872C-DF5C63559AE0}" dt="2026-04-29T23:41:29.025" v="4870"/>
        <pc:sldMkLst>
          <pc:docMk/>
          <pc:sldMk cId="2004030987" sldId="307"/>
        </pc:sldMkLst>
      </pc:sldChg>
      <pc:sldChg chg="modSp add mod">
        <pc:chgData name="Kang, Zhanchen" userId="87889b69-70fd-4160-a433-c416f2f6134f" providerId="ADAL" clId="{A95CA354-6E5E-4965-872C-DF5C63559AE0}" dt="2026-04-29T23:46:04.578" v="4957" actId="20577"/>
        <pc:sldMkLst>
          <pc:docMk/>
          <pc:sldMk cId="818796419" sldId="308"/>
        </pc:sldMkLst>
        <pc:spChg chg="mod">
          <ac:chgData name="Kang, Zhanchen" userId="87889b69-70fd-4160-a433-c416f2f6134f" providerId="ADAL" clId="{A95CA354-6E5E-4965-872C-DF5C63559AE0}" dt="2026-04-29T23:46:04.578" v="4957" actId="20577"/>
          <ac:spMkLst>
            <pc:docMk/>
            <pc:sldMk cId="818796419" sldId="308"/>
            <ac:spMk id="5" creationId="{4A026E4D-2F9F-7E3C-EABE-E1351AA45336}"/>
          </ac:spMkLst>
        </pc:spChg>
      </pc:sldChg>
      <pc:sldChg chg="modSp add del mod">
        <pc:chgData name="Kang, Zhanchen" userId="87889b69-70fd-4160-a433-c416f2f6134f" providerId="ADAL" clId="{A95CA354-6E5E-4965-872C-DF5C63559AE0}" dt="2026-04-29T23:45:49.114" v="4935"/>
        <pc:sldMkLst>
          <pc:docMk/>
          <pc:sldMk cId="1028329059" sldId="308"/>
        </pc:sldMkLst>
        <pc:spChg chg="mod">
          <ac:chgData name="Kang, Zhanchen" userId="87889b69-70fd-4160-a433-c416f2f6134f" providerId="ADAL" clId="{A95CA354-6E5E-4965-872C-DF5C63559AE0}" dt="2026-04-29T23:45:48.942" v="4934" actId="20577"/>
          <ac:spMkLst>
            <pc:docMk/>
            <pc:sldMk cId="1028329059" sldId="308"/>
            <ac:spMk id="5" creationId="{184178E5-39F9-4CFF-E5F4-3072C778C8B4}"/>
          </ac:spMkLst>
        </pc:spChg>
      </pc:sldChg>
    </pc:docChg>
  </pc:docChgLst>
  <pc:docChgLst>
    <pc:chgData name="Yao, Ruichen" userId="S::ryao8@illinois.edu::64b3276a-3eb4-4a6d-a3fe-b4c6a8a61eb8" providerId="AD" clId="Web-{694BD933-56AE-16A6-E3DF-A839DB9E5584}"/>
    <pc:docChg chg="mod addSld modSld modMainMaster">
      <pc:chgData name="Yao, Ruichen" userId="S::ryao8@illinois.edu::64b3276a-3eb4-4a6d-a3fe-b4c6a8a61eb8" providerId="AD" clId="Web-{694BD933-56AE-16A6-E3DF-A839DB9E5584}" dt="2026-02-26T08:13:53.245" v="156" actId="20577"/>
      <pc:docMkLst>
        <pc:docMk/>
      </pc:docMkLst>
      <pc:sldChg chg="addSp delSp modSp">
        <pc:chgData name="Yao, Ruichen" userId="S::ryao8@illinois.edu::64b3276a-3eb4-4a6d-a3fe-b4c6a8a61eb8" providerId="AD" clId="Web-{694BD933-56AE-16A6-E3DF-A839DB9E5584}" dt="2026-02-26T07:59:06.585" v="57"/>
        <pc:sldMkLst>
          <pc:docMk/>
          <pc:sldMk cId="1267306729" sldId="284"/>
        </pc:sldMkLst>
      </pc:sldChg>
      <pc:sldChg chg="addSp delSp modSp">
        <pc:chgData name="Yao, Ruichen" userId="S::ryao8@illinois.edu::64b3276a-3eb4-4a6d-a3fe-b4c6a8a61eb8" providerId="AD" clId="Web-{694BD933-56AE-16A6-E3DF-A839DB9E5584}" dt="2026-02-26T07:02:24.111" v="28" actId="1076"/>
        <pc:sldMkLst>
          <pc:docMk/>
          <pc:sldMk cId="3679900292" sldId="287"/>
        </pc:sldMkLst>
      </pc:sldChg>
      <pc:sldChg chg="addSp delSp modSp">
        <pc:chgData name="Yao, Ruichen" userId="S::ryao8@illinois.edu::64b3276a-3eb4-4a6d-a3fe-b4c6a8a61eb8" providerId="AD" clId="Web-{694BD933-56AE-16A6-E3DF-A839DB9E5584}" dt="2026-02-26T07:44:57.432" v="45" actId="14100"/>
        <pc:sldMkLst>
          <pc:docMk/>
          <pc:sldMk cId="1475011244" sldId="291"/>
        </pc:sldMkLst>
      </pc:sldChg>
      <pc:sldChg chg="addSp delSp modSp">
        <pc:chgData name="Yao, Ruichen" userId="S::ryao8@illinois.edu::64b3276a-3eb4-4a6d-a3fe-b4c6a8a61eb8" providerId="AD" clId="Web-{694BD933-56AE-16A6-E3DF-A839DB9E5584}" dt="2026-02-26T08:13:27.020" v="139" actId="1076"/>
        <pc:sldMkLst>
          <pc:docMk/>
          <pc:sldMk cId="21174566" sldId="292"/>
        </pc:sldMkLst>
      </pc:sldChg>
      <pc:sldChg chg="addSp delSp modSp">
        <pc:chgData name="Yao, Ruichen" userId="S::ryao8@illinois.edu::64b3276a-3eb4-4a6d-a3fe-b4c6a8a61eb8" providerId="AD" clId="Web-{694BD933-56AE-16A6-E3DF-A839DB9E5584}" dt="2026-02-26T08:07:39.552" v="88" actId="14100"/>
        <pc:sldMkLst>
          <pc:docMk/>
          <pc:sldMk cId="3998153877" sldId="293"/>
        </pc:sldMkLst>
      </pc:sldChg>
      <pc:sldChg chg="modSp">
        <pc:chgData name="Yao, Ruichen" userId="S::ryao8@illinois.edu::64b3276a-3eb4-4a6d-a3fe-b4c6a8a61eb8" providerId="AD" clId="Web-{694BD933-56AE-16A6-E3DF-A839DB9E5584}" dt="2026-02-26T08:13:53.245" v="156" actId="20577"/>
        <pc:sldMkLst>
          <pc:docMk/>
          <pc:sldMk cId="2833865287" sldId="296"/>
        </pc:sldMkLst>
      </pc:sldChg>
      <pc:sldChg chg="mod modShow">
        <pc:chgData name="Yao, Ruichen" userId="S::ryao8@illinois.edu::64b3276a-3eb4-4a6d-a3fe-b4c6a8a61eb8" providerId="AD" clId="Web-{694BD933-56AE-16A6-E3DF-A839DB9E5584}" dt="2026-02-26T07:45:33.089" v="46"/>
        <pc:sldMkLst>
          <pc:docMk/>
          <pc:sldMk cId="4110718270" sldId="299"/>
        </pc:sldMkLst>
      </pc:sldChg>
      <pc:sldChg chg="addSp delSp modSp add replId">
        <pc:chgData name="Yao, Ruichen" userId="S::ryao8@illinois.edu::64b3276a-3eb4-4a6d-a3fe-b4c6a8a61eb8" providerId="AD" clId="Web-{694BD933-56AE-16A6-E3DF-A839DB9E5584}" dt="2026-02-26T08:12:00.943" v="114" actId="1076"/>
        <pc:sldMkLst>
          <pc:docMk/>
          <pc:sldMk cId="1095282389" sldId="303"/>
        </pc:sldMkLst>
      </pc:sldChg>
      <pc:sldMasterChg chg="mod modSldLayout">
        <pc:chgData name="Yao, Ruichen" userId="S::ryao8@illinois.edu::64b3276a-3eb4-4a6d-a3fe-b4c6a8a61eb8" providerId="AD" clId="Web-{694BD933-56AE-16A6-E3DF-A839DB9E5584}" dt="2026-02-26T07:59:27.023" v="61"/>
        <pc:sldMasterMkLst>
          <pc:docMk/>
          <pc:sldMasterMk cId="2092715185" sldId="2147483648"/>
        </pc:sldMasterMkLst>
        <pc:sldLayoutChg chg="mod">
          <pc:chgData name="Yao, Ruichen" userId="S::ryao8@illinois.edu::64b3276a-3eb4-4a6d-a3fe-b4c6a8a61eb8" providerId="AD" clId="Web-{694BD933-56AE-16A6-E3DF-A839DB9E5584}" dt="2026-02-26T07:59:27.023" v="61"/>
          <pc:sldLayoutMkLst>
            <pc:docMk/>
            <pc:sldMasterMk cId="2092715185" sldId="2147483648"/>
            <pc:sldLayoutMk cId="140971224" sldId="2147483649"/>
          </pc:sldLayoutMkLst>
        </pc:sldLayoutChg>
        <pc:sldLayoutChg chg="mod">
          <pc:chgData name="Yao, Ruichen" userId="S::ryao8@illinois.edu::64b3276a-3eb4-4a6d-a3fe-b4c6a8a61eb8" providerId="AD" clId="Web-{694BD933-56AE-16A6-E3DF-A839DB9E5584}" dt="2026-02-26T07:59:27.023" v="61"/>
          <pc:sldLayoutMkLst>
            <pc:docMk/>
            <pc:sldMasterMk cId="2092715185" sldId="2147483648"/>
            <pc:sldLayoutMk cId="3242968666" sldId="2147483650"/>
          </pc:sldLayoutMkLst>
        </pc:sldLayoutChg>
        <pc:sldLayoutChg chg="mod">
          <pc:chgData name="Yao, Ruichen" userId="S::ryao8@illinois.edu::64b3276a-3eb4-4a6d-a3fe-b4c6a8a61eb8" providerId="AD" clId="Web-{694BD933-56AE-16A6-E3DF-A839DB9E5584}" dt="2026-02-26T07:59:27.023" v="61"/>
          <pc:sldLayoutMkLst>
            <pc:docMk/>
            <pc:sldMasterMk cId="2092715185" sldId="2147483648"/>
            <pc:sldLayoutMk cId="3474097100" sldId="2147483651"/>
          </pc:sldLayoutMkLst>
        </pc:sldLayoutChg>
        <pc:sldLayoutChg chg="mod">
          <pc:chgData name="Yao, Ruichen" userId="S::ryao8@illinois.edu::64b3276a-3eb4-4a6d-a3fe-b4c6a8a61eb8" providerId="AD" clId="Web-{694BD933-56AE-16A6-E3DF-A839DB9E5584}" dt="2026-02-26T07:59:27.023" v="61"/>
          <pc:sldLayoutMkLst>
            <pc:docMk/>
            <pc:sldMasterMk cId="2092715185" sldId="2147483648"/>
            <pc:sldLayoutMk cId="1797796189" sldId="2147483652"/>
          </pc:sldLayoutMkLst>
        </pc:sldLayoutChg>
        <pc:sldLayoutChg chg="mod">
          <pc:chgData name="Yao, Ruichen" userId="S::ryao8@illinois.edu::64b3276a-3eb4-4a6d-a3fe-b4c6a8a61eb8" providerId="AD" clId="Web-{694BD933-56AE-16A6-E3DF-A839DB9E5584}" dt="2026-02-26T07:59:27.023" v="61"/>
          <pc:sldLayoutMkLst>
            <pc:docMk/>
            <pc:sldMasterMk cId="2092715185" sldId="2147483648"/>
            <pc:sldLayoutMk cId="2300179337" sldId="2147483653"/>
          </pc:sldLayoutMkLst>
        </pc:sldLayoutChg>
        <pc:sldLayoutChg chg="mod">
          <pc:chgData name="Yao, Ruichen" userId="S::ryao8@illinois.edu::64b3276a-3eb4-4a6d-a3fe-b4c6a8a61eb8" providerId="AD" clId="Web-{694BD933-56AE-16A6-E3DF-A839DB9E5584}" dt="2026-02-26T07:59:27.023" v="61"/>
          <pc:sldLayoutMkLst>
            <pc:docMk/>
            <pc:sldMasterMk cId="2092715185" sldId="2147483648"/>
            <pc:sldLayoutMk cId="1836544423" sldId="2147483654"/>
          </pc:sldLayoutMkLst>
        </pc:sldLayoutChg>
        <pc:sldLayoutChg chg="mod">
          <pc:chgData name="Yao, Ruichen" userId="S::ryao8@illinois.edu::64b3276a-3eb4-4a6d-a3fe-b4c6a8a61eb8" providerId="AD" clId="Web-{694BD933-56AE-16A6-E3DF-A839DB9E5584}" dt="2026-02-26T07:59:27.023" v="61"/>
          <pc:sldLayoutMkLst>
            <pc:docMk/>
            <pc:sldMasterMk cId="2092715185" sldId="2147483648"/>
            <pc:sldLayoutMk cId="2259884571" sldId="2147483655"/>
          </pc:sldLayoutMkLst>
        </pc:sldLayoutChg>
        <pc:sldLayoutChg chg="mod">
          <pc:chgData name="Yao, Ruichen" userId="S::ryao8@illinois.edu::64b3276a-3eb4-4a6d-a3fe-b4c6a8a61eb8" providerId="AD" clId="Web-{694BD933-56AE-16A6-E3DF-A839DB9E5584}" dt="2026-02-26T07:59:27.023" v="61"/>
          <pc:sldLayoutMkLst>
            <pc:docMk/>
            <pc:sldMasterMk cId="2092715185" sldId="2147483648"/>
            <pc:sldLayoutMk cId="264844356" sldId="2147483656"/>
          </pc:sldLayoutMkLst>
        </pc:sldLayoutChg>
        <pc:sldLayoutChg chg="mod">
          <pc:chgData name="Yao, Ruichen" userId="S::ryao8@illinois.edu::64b3276a-3eb4-4a6d-a3fe-b4c6a8a61eb8" providerId="AD" clId="Web-{694BD933-56AE-16A6-E3DF-A839DB9E5584}" dt="2026-02-26T07:59:27.023" v="61"/>
          <pc:sldLayoutMkLst>
            <pc:docMk/>
            <pc:sldMasterMk cId="2092715185" sldId="2147483648"/>
            <pc:sldLayoutMk cId="2167806030" sldId="2147483657"/>
          </pc:sldLayoutMkLst>
        </pc:sldLayoutChg>
        <pc:sldLayoutChg chg="mod">
          <pc:chgData name="Yao, Ruichen" userId="S::ryao8@illinois.edu::64b3276a-3eb4-4a6d-a3fe-b4c6a8a61eb8" providerId="AD" clId="Web-{694BD933-56AE-16A6-E3DF-A839DB9E5584}" dt="2026-02-26T07:59:27.023" v="61"/>
          <pc:sldLayoutMkLst>
            <pc:docMk/>
            <pc:sldMasterMk cId="2092715185" sldId="2147483648"/>
            <pc:sldLayoutMk cId="2425225490" sldId="2147483658"/>
          </pc:sldLayoutMkLst>
        </pc:sldLayoutChg>
        <pc:sldLayoutChg chg="mod">
          <pc:chgData name="Yao, Ruichen" userId="S::ryao8@illinois.edu::64b3276a-3eb4-4a6d-a3fe-b4c6a8a61eb8" providerId="AD" clId="Web-{694BD933-56AE-16A6-E3DF-A839DB9E5584}" dt="2026-02-26T07:59:27.023" v="61"/>
          <pc:sldLayoutMkLst>
            <pc:docMk/>
            <pc:sldMasterMk cId="2092715185" sldId="2147483648"/>
            <pc:sldLayoutMk cId="1867184856" sldId="2147483659"/>
          </pc:sldLayoutMkLst>
        </pc:sldLayoutChg>
      </pc:sldMasterChg>
    </pc:docChg>
  </pc:docChgLst>
  <pc:docChgLst>
    <pc:chgData name="Yao, Ruichen" userId="S::ryao8@illinois.edu::64b3276a-3eb4-4a6d-a3fe-b4c6a8a61eb8" providerId="AD" clId="Web-{A82F7999-B14A-82A0-5DD7-E70645AA2CF4}"/>
    <pc:docChg chg="modSld">
      <pc:chgData name="Yao, Ruichen" userId="S::ryao8@illinois.edu::64b3276a-3eb4-4a6d-a3fe-b4c6a8a61eb8" providerId="AD" clId="Web-{A82F7999-B14A-82A0-5DD7-E70645AA2CF4}" dt="2026-02-26T05:40:23.937" v="115" actId="1076"/>
      <pc:docMkLst>
        <pc:docMk/>
      </pc:docMkLst>
      <pc:sldChg chg="modSp">
        <pc:chgData name="Yao, Ruichen" userId="S::ryao8@illinois.edu::64b3276a-3eb4-4a6d-a3fe-b4c6a8a61eb8" providerId="AD" clId="Web-{A82F7999-B14A-82A0-5DD7-E70645AA2CF4}" dt="2026-02-26T05:31:21.206" v="59"/>
        <pc:sldMkLst>
          <pc:docMk/>
          <pc:sldMk cId="2208468541" sldId="272"/>
        </pc:sldMkLst>
      </pc:sldChg>
      <pc:sldChg chg="addSp delSp modSp">
        <pc:chgData name="Yao, Ruichen" userId="S::ryao8@illinois.edu::64b3276a-3eb4-4a6d-a3fe-b4c6a8a61eb8" providerId="AD" clId="Web-{A82F7999-B14A-82A0-5DD7-E70645AA2CF4}" dt="2026-02-26T05:40:23.937" v="115" actId="1076"/>
        <pc:sldMkLst>
          <pc:docMk/>
          <pc:sldMk cId="882129892" sldId="280"/>
        </pc:sldMkLst>
      </pc:sldChg>
      <pc:sldChg chg="addSp delSp modSp">
        <pc:chgData name="Yao, Ruichen" userId="S::ryao8@illinois.edu::64b3276a-3eb4-4a6d-a3fe-b4c6a8a61eb8" providerId="AD" clId="Web-{A82F7999-B14A-82A0-5DD7-E70645AA2CF4}" dt="2026-02-26T05:33:06.877" v="64" actId="1076"/>
        <pc:sldMkLst>
          <pc:docMk/>
          <pc:sldMk cId="1267306729" sldId="284"/>
        </pc:sldMkLst>
      </pc:sldChg>
      <pc:sldChg chg="addSp modSp">
        <pc:chgData name="Yao, Ruichen" userId="S::ryao8@illinois.edu::64b3276a-3eb4-4a6d-a3fe-b4c6a8a61eb8" providerId="AD" clId="Web-{A82F7999-B14A-82A0-5DD7-E70645AA2CF4}" dt="2026-02-26T05:37:42.767" v="99" actId="20577"/>
        <pc:sldMkLst>
          <pc:docMk/>
          <pc:sldMk cId="174757044" sldId="286"/>
        </pc:sldMkLst>
      </pc:sldChg>
      <pc:sldChg chg="delSp modSp">
        <pc:chgData name="Yao, Ruichen" userId="S::ryao8@illinois.edu::64b3276a-3eb4-4a6d-a3fe-b4c6a8a61eb8" providerId="AD" clId="Web-{A82F7999-B14A-82A0-5DD7-E70645AA2CF4}" dt="2026-02-26T05:38:45.954" v="105" actId="14100"/>
        <pc:sldMkLst>
          <pc:docMk/>
          <pc:sldMk cId="3679900292" sldId="287"/>
        </pc:sldMkLst>
      </pc:sldChg>
      <pc:sldChg chg="addSp delSp modSp">
        <pc:chgData name="Yao, Ruichen" userId="S::ryao8@illinois.edu::64b3276a-3eb4-4a6d-a3fe-b4c6a8a61eb8" providerId="AD" clId="Web-{A82F7999-B14A-82A0-5DD7-E70645AA2CF4}" dt="2026-02-26T05:35:37.269" v="77"/>
        <pc:sldMkLst>
          <pc:docMk/>
          <pc:sldMk cId="2679598829" sldId="302"/>
        </pc:sldMkLst>
      </pc:sldChg>
    </pc:docChg>
  </pc:docChgLst>
  <pc:docChgLst>
    <pc:chgData name="Yao, Ruichen" userId="S::ryao8@illinois.edu::64b3276a-3eb4-4a6d-a3fe-b4c6a8a61eb8" providerId="AD" clId="Web-{A34E1ABA-E144-FB96-1BF0-CE5DF73E9CCC}"/>
    <pc:docChg chg="modSld">
      <pc:chgData name="Yao, Ruichen" userId="S::ryao8@illinois.edu::64b3276a-3eb4-4a6d-a3fe-b4c6a8a61eb8" providerId="AD" clId="Web-{A34E1ABA-E144-FB96-1BF0-CE5DF73E9CCC}" dt="2026-02-23T05:59:40.223" v="7"/>
      <pc:docMkLst>
        <pc:docMk/>
      </pc:docMkLst>
      <pc:sldChg chg="modSp">
        <pc:chgData name="Yao, Ruichen" userId="S::ryao8@illinois.edu::64b3276a-3eb4-4a6d-a3fe-b4c6a8a61eb8" providerId="AD" clId="Web-{A34E1ABA-E144-FB96-1BF0-CE5DF73E9CCC}" dt="2026-02-23T05:59:40.223" v="7"/>
        <pc:sldMkLst>
          <pc:docMk/>
          <pc:sldMk cId="2208468541" sldId="272"/>
        </pc:sldMkLst>
      </pc:sldChg>
    </pc:docChg>
  </pc:docChgLst>
  <pc:docChgLst>
    <pc:chgData name="Yao, Ruichen" userId="S::ryao8@illinois.edu::64b3276a-3eb4-4a6d-a3fe-b4c6a8a61eb8" providerId="AD" clId="Web-{AFA3993F-5A7F-C637-90D9-997620B4E1B2}"/>
    <pc:docChg chg="addSld delSld modSld sldOrd">
      <pc:chgData name="Yao, Ruichen" userId="S::ryao8@illinois.edu::64b3276a-3eb4-4a6d-a3fe-b4c6a8a61eb8" providerId="AD" clId="Web-{AFA3993F-5A7F-C637-90D9-997620B4E1B2}" dt="2026-02-26T08:51:08.874" v="144"/>
      <pc:docMkLst>
        <pc:docMk/>
      </pc:docMkLst>
      <pc:sldChg chg="modSp">
        <pc:chgData name="Yao, Ruichen" userId="S::ryao8@illinois.edu::64b3276a-3eb4-4a6d-a3fe-b4c6a8a61eb8" providerId="AD" clId="Web-{AFA3993F-5A7F-C637-90D9-997620B4E1B2}" dt="2026-02-26T08:17:21.876" v="51" actId="20577"/>
        <pc:sldMkLst>
          <pc:docMk/>
          <pc:sldMk cId="21174566" sldId="292"/>
        </pc:sldMkLst>
      </pc:sldChg>
      <pc:sldChg chg="addSp delSp modSp">
        <pc:chgData name="Yao, Ruichen" userId="S::ryao8@illinois.edu::64b3276a-3eb4-4a6d-a3fe-b4c6a8a61eb8" providerId="AD" clId="Web-{AFA3993F-5A7F-C637-90D9-997620B4E1B2}" dt="2026-02-26T08:36:39.370" v="106" actId="1076"/>
        <pc:sldMkLst>
          <pc:docMk/>
          <pc:sldMk cId="1439606174" sldId="294"/>
        </pc:sldMkLst>
      </pc:sldChg>
      <pc:sldChg chg="modSp">
        <pc:chgData name="Yao, Ruichen" userId="S::ryao8@illinois.edu::64b3276a-3eb4-4a6d-a3fe-b4c6a8a61eb8" providerId="AD" clId="Web-{AFA3993F-5A7F-C637-90D9-997620B4E1B2}" dt="2026-02-26T08:16:54.751" v="47" actId="20577"/>
        <pc:sldMkLst>
          <pc:docMk/>
          <pc:sldMk cId="2833865287" sldId="296"/>
        </pc:sldMkLst>
      </pc:sldChg>
      <pc:sldChg chg="addSp delSp modSp ord">
        <pc:chgData name="Yao, Ruichen" userId="S::ryao8@illinois.edu::64b3276a-3eb4-4a6d-a3fe-b4c6a8a61eb8" providerId="AD" clId="Web-{AFA3993F-5A7F-C637-90D9-997620B4E1B2}" dt="2026-02-26T08:34:03.869" v="79"/>
        <pc:sldMkLst>
          <pc:docMk/>
          <pc:sldMk cId="901659859" sldId="297"/>
        </pc:sldMkLst>
      </pc:sldChg>
      <pc:sldChg chg="del">
        <pc:chgData name="Yao, Ruichen" userId="S::ryao8@illinois.edu::64b3276a-3eb4-4a6d-a3fe-b4c6a8a61eb8" providerId="AD" clId="Web-{AFA3993F-5A7F-C637-90D9-997620B4E1B2}" dt="2026-02-26T08:35:00.104" v="82"/>
        <pc:sldMkLst>
          <pc:docMk/>
          <pc:sldMk cId="1922390234" sldId="298"/>
        </pc:sldMkLst>
      </pc:sldChg>
      <pc:sldChg chg="del">
        <pc:chgData name="Yao, Ruichen" userId="S::ryao8@illinois.edu::64b3276a-3eb4-4a6d-a3fe-b4c6a8a61eb8" providerId="AD" clId="Web-{AFA3993F-5A7F-C637-90D9-997620B4E1B2}" dt="2026-02-26T08:35:11.432" v="83"/>
        <pc:sldMkLst>
          <pc:docMk/>
          <pc:sldMk cId="4110718270" sldId="299"/>
        </pc:sldMkLst>
      </pc:sldChg>
      <pc:sldChg chg="addSp delSp modSp">
        <pc:chgData name="Yao, Ruichen" userId="S::ryao8@illinois.edu::64b3276a-3eb4-4a6d-a3fe-b4c6a8a61eb8" providerId="AD" clId="Web-{AFA3993F-5A7F-C637-90D9-997620B4E1B2}" dt="2026-02-26T08:51:08.874" v="144"/>
        <pc:sldMkLst>
          <pc:docMk/>
          <pc:sldMk cId="3470139659" sldId="300"/>
        </pc:sldMkLst>
      </pc:sldChg>
      <pc:sldChg chg="addSp delSp modSp add replId">
        <pc:chgData name="Yao, Ruichen" userId="S::ryao8@illinois.edu::64b3276a-3eb4-4a6d-a3fe-b4c6a8a61eb8" providerId="AD" clId="Web-{AFA3993F-5A7F-C637-90D9-997620B4E1B2}" dt="2026-02-26T08:43:15.932" v="129" actId="1076"/>
        <pc:sldMkLst>
          <pc:docMk/>
          <pc:sldMk cId="3024746747" sldId="304"/>
        </pc:sldMkLst>
      </pc:sldChg>
      <pc:sldChg chg="addSp delSp modSp add replId">
        <pc:chgData name="Yao, Ruichen" userId="S::ryao8@illinois.edu::64b3276a-3eb4-4a6d-a3fe-b4c6a8a61eb8" providerId="AD" clId="Web-{AFA3993F-5A7F-C637-90D9-997620B4E1B2}" dt="2026-02-26T08:41:28.698" v="116" actId="1076"/>
        <pc:sldMkLst>
          <pc:docMk/>
          <pc:sldMk cId="2575150923" sldId="305"/>
        </pc:sldMkLst>
      </pc:sldChg>
      <pc:sldChg chg="addSp delSp modSp add del replId">
        <pc:chgData name="Yao, Ruichen" userId="S::ryao8@illinois.edu::64b3276a-3eb4-4a6d-a3fe-b4c6a8a61eb8" providerId="AD" clId="Web-{AFA3993F-5A7F-C637-90D9-997620B4E1B2}" dt="2026-02-26T08:50:06.186" v="143"/>
        <pc:sldMkLst>
          <pc:docMk/>
          <pc:sldMk cId="2350991126" sldId="30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C19FB4-6E42-4667-9259-F43FF51FF684}" type="datetimeFigureOut">
              <a:rPr lang="zh-CN" altLang="en-US" smtClean="0"/>
              <a:t>2026/4/29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468E7C-0100-42D8-B61A-907AB3F0EBBD}" type="slidenum">
              <a:rPr lang="zh-CN" altLang="en-US" smtClean="0"/>
              <a:t>‹#›</a:t>
            </a:fld>
            <a:endParaRPr lang="zh-CN" altLang="en-US"/>
          </a:p>
        </p:txBody>
      </p:sp>
    </p:spTree>
    <p:extLst>
      <p:ext uri="{BB962C8B-B14F-4D97-AF65-F5344CB8AC3E}">
        <p14:creationId xmlns:p14="http://schemas.microsoft.com/office/powerpoint/2010/main" val="14318272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spcBef>
                <a:spcPts val="450"/>
              </a:spcBef>
              <a:spcAft>
                <a:spcPts val="450"/>
              </a:spcAft>
            </a:pPr>
            <a:r>
              <a:rPr lang="en-US" altLang="zh-CN" sz="1800" b="1" i="0">
                <a:solidFill>
                  <a:srgbClr val="2D3B45"/>
                </a:solidFill>
                <a:effectLst/>
                <a:latin typeface="Lato Extended"/>
              </a:rPr>
              <a:t>Title Slide</a:t>
            </a:r>
            <a:endParaRPr lang="en-US" altLang="zh-CN" b="0" i="0">
              <a:solidFill>
                <a:srgbClr val="2D3B45"/>
              </a:solidFill>
              <a:effectLst/>
              <a:latin typeface="Lato Extended"/>
            </a:endParaRPr>
          </a:p>
          <a:p>
            <a:pPr algn="l">
              <a:spcAft>
                <a:spcPts val="450"/>
              </a:spcAft>
              <a:buFont typeface="Arial" panose="020B0604020202020204" pitchFamily="34" charset="0"/>
              <a:buChar char="•"/>
            </a:pPr>
            <a:r>
              <a:rPr lang="en-US" altLang="zh-CN" sz="1800" b="1" i="0">
                <a:solidFill>
                  <a:srgbClr val="2D3B45"/>
                </a:solidFill>
                <a:effectLst/>
                <a:latin typeface="v-sans"/>
              </a:rPr>
              <a:t>Project Title </a:t>
            </a:r>
          </a:p>
          <a:p>
            <a:pPr algn="l">
              <a:spcAft>
                <a:spcPts val="450"/>
              </a:spcAft>
              <a:buFont typeface="Arial" panose="020B0604020202020204" pitchFamily="34" charset="0"/>
              <a:buChar char="•"/>
            </a:pPr>
            <a:r>
              <a:rPr lang="en-US" altLang="zh-CN" sz="1800" b="1" i="0">
                <a:solidFill>
                  <a:srgbClr val="2D3B45"/>
                </a:solidFill>
                <a:effectLst/>
                <a:latin typeface="v-sans"/>
              </a:rPr>
              <a:t>Your Name(s)</a:t>
            </a:r>
            <a:endParaRPr lang="en-US" altLang="zh-CN" b="0" i="0">
              <a:solidFill>
                <a:srgbClr val="2D3B45"/>
              </a:solidFill>
              <a:effectLst/>
              <a:latin typeface="v-sans"/>
            </a:endParaRPr>
          </a:p>
          <a:p>
            <a:pPr algn="l">
              <a:spcAft>
                <a:spcPts val="450"/>
              </a:spcAft>
              <a:buFont typeface="Arial" panose="020B0604020202020204" pitchFamily="34" charset="0"/>
              <a:buChar char="•"/>
            </a:pPr>
            <a:r>
              <a:rPr lang="en-US" altLang="zh-CN" sz="1800" b="1" i="0">
                <a:solidFill>
                  <a:srgbClr val="2D3B45"/>
                </a:solidFill>
                <a:effectLst/>
                <a:latin typeface="v-sans"/>
              </a:rPr>
              <a:t>Date</a:t>
            </a:r>
            <a:endParaRPr lang="en-US" altLang="zh-CN" b="0" i="0">
              <a:solidFill>
                <a:srgbClr val="2D3B45"/>
              </a:solidFill>
              <a:effectLst/>
              <a:latin typeface="v-sans"/>
            </a:endParaRPr>
          </a:p>
          <a:p>
            <a:endParaRPr lang="zh-CN" altLang="en-US"/>
          </a:p>
        </p:txBody>
      </p:sp>
      <p:sp>
        <p:nvSpPr>
          <p:cNvPr id="4" name="灯片编号占位符 3"/>
          <p:cNvSpPr>
            <a:spLocks noGrp="1"/>
          </p:cNvSpPr>
          <p:nvPr>
            <p:ph type="sldNum" sz="quarter" idx="5"/>
          </p:nvPr>
        </p:nvSpPr>
        <p:spPr/>
        <p:txBody>
          <a:bodyPr/>
          <a:lstStyle/>
          <a:p>
            <a:fld id="{EED2C466-1B0F-4591-A952-5F31096967DE}" type="slidenum">
              <a:rPr lang="zh-CN" altLang="en-US" smtClean="0"/>
              <a:t>1</a:t>
            </a:fld>
            <a:endParaRPr lang="zh-CN" altLang="en-US"/>
          </a:p>
        </p:txBody>
      </p:sp>
    </p:spTree>
    <p:extLst>
      <p:ext uri="{BB962C8B-B14F-4D97-AF65-F5344CB8AC3E}">
        <p14:creationId xmlns:p14="http://schemas.microsoft.com/office/powerpoint/2010/main" val="20712612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E1D0A-D9FA-13AD-DA05-5EC0CE477B7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E001840-5354-621F-C1D6-4424AA20FAC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5E69E62-91F2-AAA7-234E-48F1F4E381D0}"/>
              </a:ext>
            </a:extLst>
          </p:cNvPr>
          <p:cNvSpPr>
            <a:spLocks noGrp="1"/>
          </p:cNvSpPr>
          <p:nvPr>
            <p:ph type="body" idx="1"/>
          </p:nvPr>
        </p:nvSpPr>
        <p:spPr/>
        <p:txBody>
          <a:bodyPr/>
          <a:lstStyle/>
          <a:p>
            <a:pPr algn="l">
              <a:spcBef>
                <a:spcPts val="450"/>
              </a:spcBef>
              <a:spcAft>
                <a:spcPts val="450"/>
              </a:spcAft>
            </a:pPr>
            <a:r>
              <a:rPr lang="en-US" altLang="zh-CN" sz="1800" b="1" i="0">
                <a:solidFill>
                  <a:srgbClr val="2D3B45"/>
                </a:solidFill>
                <a:effectLst/>
                <a:latin typeface="Lato Extended"/>
              </a:rPr>
              <a:t>Introduction Slide</a:t>
            </a:r>
            <a:endParaRPr lang="en-US" altLang="zh-CN" sz="1800" b="0" i="0">
              <a:solidFill>
                <a:srgbClr val="2D3B45"/>
              </a:solidFill>
              <a:effectLst/>
              <a:latin typeface="Lato Extended"/>
            </a:endParaRPr>
          </a:p>
          <a:p>
            <a:pPr algn="l">
              <a:spcAft>
                <a:spcPts val="450"/>
              </a:spcAft>
              <a:buFont typeface="Arial" panose="020B0604020202020204" pitchFamily="34" charset="0"/>
              <a:buChar char="•"/>
            </a:pPr>
            <a:r>
              <a:rPr lang="en-US" altLang="zh-CN" sz="1800" b="1" i="0">
                <a:solidFill>
                  <a:srgbClr val="2D3B45"/>
                </a:solidFill>
                <a:effectLst/>
                <a:latin typeface="v-sans"/>
              </a:rPr>
              <a:t>Brief Introduction:</a:t>
            </a:r>
            <a:r>
              <a:rPr lang="en-US" altLang="zh-CN" sz="1800" b="0" i="0">
                <a:solidFill>
                  <a:srgbClr val="2D3B45"/>
                </a:solidFill>
                <a:effectLst/>
                <a:latin typeface="v-sans"/>
              </a:rPr>
              <a:t> of the team and the topic</a:t>
            </a:r>
          </a:p>
          <a:p>
            <a:endParaRPr lang="zh-CN" altLang="en-US"/>
          </a:p>
        </p:txBody>
      </p:sp>
      <p:sp>
        <p:nvSpPr>
          <p:cNvPr id="4" name="灯片编号占位符 3">
            <a:extLst>
              <a:ext uri="{FF2B5EF4-FFF2-40B4-BE49-F238E27FC236}">
                <a16:creationId xmlns:a16="http://schemas.microsoft.com/office/drawing/2014/main" id="{CBCBDB37-B448-85AF-6850-B7CA36EAD878}"/>
              </a:ext>
            </a:extLst>
          </p:cNvPr>
          <p:cNvSpPr>
            <a:spLocks noGrp="1"/>
          </p:cNvSpPr>
          <p:nvPr>
            <p:ph type="sldNum" sz="quarter" idx="5"/>
          </p:nvPr>
        </p:nvSpPr>
        <p:spPr/>
        <p:txBody>
          <a:bodyPr/>
          <a:lstStyle/>
          <a:p>
            <a:fld id="{EED2C466-1B0F-4591-A952-5F31096967DE}" type="slidenum">
              <a:rPr lang="zh-CN" altLang="en-US" smtClean="0"/>
              <a:t>2</a:t>
            </a:fld>
            <a:endParaRPr lang="zh-CN" altLang="en-US"/>
          </a:p>
        </p:txBody>
      </p:sp>
    </p:spTree>
    <p:extLst>
      <p:ext uri="{BB962C8B-B14F-4D97-AF65-F5344CB8AC3E}">
        <p14:creationId xmlns:p14="http://schemas.microsoft.com/office/powerpoint/2010/main" val="1117822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A4FFB-D8FF-F77F-B6D3-161F9726D9C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EAC9962-BF4C-7B93-5FCD-230ADFC6B33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9E234C0-616B-5CD1-3DC3-B6B48136D085}"/>
              </a:ext>
            </a:extLst>
          </p:cNvPr>
          <p:cNvSpPr>
            <a:spLocks noGrp="1"/>
          </p:cNvSpPr>
          <p:nvPr>
            <p:ph type="body" idx="1"/>
          </p:nvPr>
        </p:nvSpPr>
        <p:spPr/>
        <p:txBody>
          <a:bodyPr/>
          <a:lstStyle/>
          <a:p>
            <a:pPr algn="l">
              <a:spcBef>
                <a:spcPts val="450"/>
              </a:spcBef>
              <a:spcAft>
                <a:spcPts val="450"/>
              </a:spcAft>
            </a:pPr>
            <a:r>
              <a:rPr lang="en-US" altLang="zh-CN" sz="1800" b="1" i="0">
                <a:solidFill>
                  <a:srgbClr val="2D3B45"/>
                </a:solidFill>
                <a:effectLst/>
                <a:latin typeface="Lato Extended"/>
              </a:rPr>
              <a:t>Introduction Slide</a:t>
            </a:r>
            <a:endParaRPr lang="en-US" altLang="zh-CN" sz="1800" b="0" i="0">
              <a:solidFill>
                <a:srgbClr val="2D3B45"/>
              </a:solidFill>
              <a:effectLst/>
              <a:latin typeface="Lato Extended"/>
            </a:endParaRPr>
          </a:p>
          <a:p>
            <a:pPr algn="l">
              <a:spcAft>
                <a:spcPts val="450"/>
              </a:spcAft>
              <a:buFont typeface="Arial" panose="020B0604020202020204" pitchFamily="34" charset="0"/>
              <a:buChar char="•"/>
            </a:pPr>
            <a:r>
              <a:rPr lang="en-US" altLang="zh-CN" sz="1800" b="1" i="0">
                <a:solidFill>
                  <a:srgbClr val="2D3B45"/>
                </a:solidFill>
                <a:effectLst/>
                <a:latin typeface="v-sans"/>
              </a:rPr>
              <a:t>Brief Introduction:</a:t>
            </a:r>
            <a:r>
              <a:rPr lang="en-US" altLang="zh-CN" sz="1800" b="0" i="0">
                <a:solidFill>
                  <a:srgbClr val="2D3B45"/>
                </a:solidFill>
                <a:effectLst/>
                <a:latin typeface="v-sans"/>
              </a:rPr>
              <a:t> of the team and the topic</a:t>
            </a:r>
          </a:p>
          <a:p>
            <a:endParaRPr lang="zh-CN" altLang="en-US"/>
          </a:p>
        </p:txBody>
      </p:sp>
      <p:sp>
        <p:nvSpPr>
          <p:cNvPr id="4" name="灯片编号占位符 3">
            <a:extLst>
              <a:ext uri="{FF2B5EF4-FFF2-40B4-BE49-F238E27FC236}">
                <a16:creationId xmlns:a16="http://schemas.microsoft.com/office/drawing/2014/main" id="{CD02C3D5-768E-C1B1-FBC5-2A6D674543A0}"/>
              </a:ext>
            </a:extLst>
          </p:cNvPr>
          <p:cNvSpPr>
            <a:spLocks noGrp="1"/>
          </p:cNvSpPr>
          <p:nvPr>
            <p:ph type="sldNum" sz="quarter" idx="5"/>
          </p:nvPr>
        </p:nvSpPr>
        <p:spPr/>
        <p:txBody>
          <a:bodyPr/>
          <a:lstStyle/>
          <a:p>
            <a:fld id="{EED2C466-1B0F-4591-A952-5F31096967DE}" type="slidenum">
              <a:rPr lang="zh-CN" altLang="en-US" smtClean="0"/>
              <a:t>3</a:t>
            </a:fld>
            <a:endParaRPr lang="zh-CN" altLang="en-US"/>
          </a:p>
        </p:txBody>
      </p:sp>
    </p:spTree>
    <p:extLst>
      <p:ext uri="{BB962C8B-B14F-4D97-AF65-F5344CB8AC3E}">
        <p14:creationId xmlns:p14="http://schemas.microsoft.com/office/powerpoint/2010/main" val="17579846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51511-BAA7-D887-1580-D79D906E022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93BA369-7D3B-DAC0-EC23-F57DB5BE600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C6CFA22-7D4A-F2F7-650A-25415C33E55C}"/>
              </a:ext>
            </a:extLst>
          </p:cNvPr>
          <p:cNvSpPr>
            <a:spLocks noGrp="1"/>
          </p:cNvSpPr>
          <p:nvPr>
            <p:ph type="body" idx="1"/>
          </p:nvPr>
        </p:nvSpPr>
        <p:spPr/>
        <p:txBody>
          <a:bodyPr/>
          <a:lstStyle/>
          <a:p>
            <a:pPr algn="l">
              <a:spcBef>
                <a:spcPts val="450"/>
              </a:spcBef>
              <a:spcAft>
                <a:spcPts val="450"/>
              </a:spcAft>
            </a:pPr>
            <a:r>
              <a:rPr lang="en-US" altLang="zh-CN" sz="1800" b="1" i="0">
                <a:solidFill>
                  <a:srgbClr val="2D3B45"/>
                </a:solidFill>
                <a:effectLst/>
                <a:latin typeface="Lato Extended"/>
              </a:rPr>
              <a:t>Introduction Slide</a:t>
            </a:r>
            <a:endParaRPr lang="en-US" altLang="zh-CN" sz="1800" b="0" i="0">
              <a:solidFill>
                <a:srgbClr val="2D3B45"/>
              </a:solidFill>
              <a:effectLst/>
              <a:latin typeface="Lato Extended"/>
            </a:endParaRPr>
          </a:p>
          <a:p>
            <a:pPr algn="l">
              <a:spcAft>
                <a:spcPts val="450"/>
              </a:spcAft>
              <a:buFont typeface="Arial" panose="020B0604020202020204" pitchFamily="34" charset="0"/>
              <a:buChar char="•"/>
            </a:pPr>
            <a:r>
              <a:rPr lang="en-US" altLang="zh-CN" sz="1800" b="1" i="0">
                <a:solidFill>
                  <a:srgbClr val="2D3B45"/>
                </a:solidFill>
                <a:effectLst/>
                <a:latin typeface="v-sans"/>
              </a:rPr>
              <a:t>Brief Introduction:</a:t>
            </a:r>
            <a:r>
              <a:rPr lang="en-US" altLang="zh-CN" sz="1800" b="0" i="0">
                <a:solidFill>
                  <a:srgbClr val="2D3B45"/>
                </a:solidFill>
                <a:effectLst/>
                <a:latin typeface="v-sans"/>
              </a:rPr>
              <a:t> of the team and the topic</a:t>
            </a:r>
          </a:p>
          <a:p>
            <a:endParaRPr lang="zh-CN" altLang="en-US"/>
          </a:p>
        </p:txBody>
      </p:sp>
      <p:sp>
        <p:nvSpPr>
          <p:cNvPr id="4" name="灯片编号占位符 3">
            <a:extLst>
              <a:ext uri="{FF2B5EF4-FFF2-40B4-BE49-F238E27FC236}">
                <a16:creationId xmlns:a16="http://schemas.microsoft.com/office/drawing/2014/main" id="{07E41B50-0CAA-410F-ADF7-F664AB17D156}"/>
              </a:ext>
            </a:extLst>
          </p:cNvPr>
          <p:cNvSpPr>
            <a:spLocks noGrp="1"/>
          </p:cNvSpPr>
          <p:nvPr>
            <p:ph type="sldNum" sz="quarter" idx="5"/>
          </p:nvPr>
        </p:nvSpPr>
        <p:spPr/>
        <p:txBody>
          <a:bodyPr/>
          <a:lstStyle/>
          <a:p>
            <a:fld id="{EED2C466-1B0F-4591-A952-5F31096967DE}" type="slidenum">
              <a:rPr lang="zh-CN" altLang="en-US" smtClean="0"/>
              <a:t>4</a:t>
            </a:fld>
            <a:endParaRPr lang="zh-CN" altLang="en-US"/>
          </a:p>
        </p:txBody>
      </p:sp>
    </p:spTree>
    <p:extLst>
      <p:ext uri="{BB962C8B-B14F-4D97-AF65-F5344CB8AC3E}">
        <p14:creationId xmlns:p14="http://schemas.microsoft.com/office/powerpoint/2010/main" val="24737589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BB04D-D6A9-EB0F-003B-A0F408B2155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1B56216-8E20-07C4-1349-BE7D697EB23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65362AD-ADC0-6EC1-979E-50003D494E86}"/>
              </a:ext>
            </a:extLst>
          </p:cNvPr>
          <p:cNvSpPr>
            <a:spLocks noGrp="1"/>
          </p:cNvSpPr>
          <p:nvPr>
            <p:ph type="body" idx="1"/>
          </p:nvPr>
        </p:nvSpPr>
        <p:spPr/>
        <p:txBody>
          <a:bodyPr/>
          <a:lstStyle/>
          <a:p>
            <a:pPr algn="l">
              <a:spcBef>
                <a:spcPts val="450"/>
              </a:spcBef>
              <a:spcAft>
                <a:spcPts val="450"/>
              </a:spcAft>
            </a:pPr>
            <a:r>
              <a:rPr lang="en-US" altLang="zh-CN" sz="1800" b="1" i="0">
                <a:solidFill>
                  <a:srgbClr val="2D3B45"/>
                </a:solidFill>
                <a:effectLst/>
                <a:latin typeface="Lato Extended"/>
              </a:rPr>
              <a:t>Introduction Slide</a:t>
            </a:r>
            <a:endParaRPr lang="en-US" altLang="zh-CN" sz="1800" b="0" i="0">
              <a:solidFill>
                <a:srgbClr val="2D3B45"/>
              </a:solidFill>
              <a:effectLst/>
              <a:latin typeface="Lato Extended"/>
            </a:endParaRPr>
          </a:p>
          <a:p>
            <a:pPr algn="l">
              <a:spcAft>
                <a:spcPts val="450"/>
              </a:spcAft>
              <a:buFont typeface="Arial" panose="020B0604020202020204" pitchFamily="34" charset="0"/>
              <a:buChar char="•"/>
            </a:pPr>
            <a:r>
              <a:rPr lang="en-US" altLang="zh-CN" sz="1800" b="1" i="0">
                <a:solidFill>
                  <a:srgbClr val="2D3B45"/>
                </a:solidFill>
                <a:effectLst/>
                <a:latin typeface="v-sans"/>
              </a:rPr>
              <a:t>Brief Introduction:</a:t>
            </a:r>
            <a:r>
              <a:rPr lang="en-US" altLang="zh-CN" sz="1800" b="0" i="0">
                <a:solidFill>
                  <a:srgbClr val="2D3B45"/>
                </a:solidFill>
                <a:effectLst/>
                <a:latin typeface="v-sans"/>
              </a:rPr>
              <a:t> of the team and the topic</a:t>
            </a:r>
          </a:p>
          <a:p>
            <a:endParaRPr lang="zh-CN" altLang="en-US"/>
          </a:p>
        </p:txBody>
      </p:sp>
      <p:sp>
        <p:nvSpPr>
          <p:cNvPr id="4" name="灯片编号占位符 3">
            <a:extLst>
              <a:ext uri="{FF2B5EF4-FFF2-40B4-BE49-F238E27FC236}">
                <a16:creationId xmlns:a16="http://schemas.microsoft.com/office/drawing/2014/main" id="{662D7130-06F7-E47E-6F32-9C3FE2C84439}"/>
              </a:ext>
            </a:extLst>
          </p:cNvPr>
          <p:cNvSpPr>
            <a:spLocks noGrp="1"/>
          </p:cNvSpPr>
          <p:nvPr>
            <p:ph type="sldNum" sz="quarter" idx="5"/>
          </p:nvPr>
        </p:nvSpPr>
        <p:spPr/>
        <p:txBody>
          <a:bodyPr/>
          <a:lstStyle/>
          <a:p>
            <a:fld id="{EED2C466-1B0F-4591-A952-5F31096967DE}" type="slidenum">
              <a:rPr lang="zh-CN" altLang="en-US" smtClean="0"/>
              <a:t>5</a:t>
            </a:fld>
            <a:endParaRPr lang="zh-CN" altLang="en-US"/>
          </a:p>
        </p:txBody>
      </p:sp>
    </p:spTree>
    <p:extLst>
      <p:ext uri="{BB962C8B-B14F-4D97-AF65-F5344CB8AC3E}">
        <p14:creationId xmlns:p14="http://schemas.microsoft.com/office/powerpoint/2010/main" val="792041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65CC6-AC88-B6F5-345E-C493DD2E9EE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3AA088E-BC9D-3C2B-EC76-9539D6DFB0C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36626B6-2D53-978F-63F9-876B9F6C29AF}"/>
              </a:ext>
            </a:extLst>
          </p:cNvPr>
          <p:cNvSpPr>
            <a:spLocks noGrp="1"/>
          </p:cNvSpPr>
          <p:nvPr>
            <p:ph type="body" idx="1"/>
          </p:nvPr>
        </p:nvSpPr>
        <p:spPr/>
        <p:txBody>
          <a:bodyPr/>
          <a:lstStyle/>
          <a:p>
            <a:pPr algn="l">
              <a:spcBef>
                <a:spcPts val="450"/>
              </a:spcBef>
              <a:spcAft>
                <a:spcPts val="450"/>
              </a:spcAft>
            </a:pPr>
            <a:r>
              <a:rPr lang="en-US" altLang="zh-CN" sz="1800" b="1" i="0">
                <a:solidFill>
                  <a:srgbClr val="2D3B45"/>
                </a:solidFill>
                <a:effectLst/>
                <a:latin typeface="Lato Extended"/>
              </a:rPr>
              <a:t>Introduction Slide</a:t>
            </a:r>
            <a:endParaRPr lang="en-US" altLang="zh-CN" sz="1800" b="0" i="0">
              <a:solidFill>
                <a:srgbClr val="2D3B45"/>
              </a:solidFill>
              <a:effectLst/>
              <a:latin typeface="Lato Extended"/>
            </a:endParaRPr>
          </a:p>
          <a:p>
            <a:pPr algn="l">
              <a:spcAft>
                <a:spcPts val="450"/>
              </a:spcAft>
              <a:buFont typeface="Arial" panose="020B0604020202020204" pitchFamily="34" charset="0"/>
              <a:buChar char="•"/>
            </a:pPr>
            <a:r>
              <a:rPr lang="en-US" altLang="zh-CN" sz="1800" b="1" i="0">
                <a:solidFill>
                  <a:srgbClr val="2D3B45"/>
                </a:solidFill>
                <a:effectLst/>
                <a:latin typeface="v-sans"/>
              </a:rPr>
              <a:t>Brief Introduction:</a:t>
            </a:r>
            <a:r>
              <a:rPr lang="en-US" altLang="zh-CN" sz="1800" b="0" i="0">
                <a:solidFill>
                  <a:srgbClr val="2D3B45"/>
                </a:solidFill>
                <a:effectLst/>
                <a:latin typeface="v-sans"/>
              </a:rPr>
              <a:t> of the team and the topic</a:t>
            </a:r>
          </a:p>
          <a:p>
            <a:endParaRPr lang="zh-CN" altLang="en-US"/>
          </a:p>
        </p:txBody>
      </p:sp>
      <p:sp>
        <p:nvSpPr>
          <p:cNvPr id="4" name="灯片编号占位符 3">
            <a:extLst>
              <a:ext uri="{FF2B5EF4-FFF2-40B4-BE49-F238E27FC236}">
                <a16:creationId xmlns:a16="http://schemas.microsoft.com/office/drawing/2014/main" id="{DDA34FC4-12AD-3A9F-6DDF-1CD4CB17AF21}"/>
              </a:ext>
            </a:extLst>
          </p:cNvPr>
          <p:cNvSpPr>
            <a:spLocks noGrp="1"/>
          </p:cNvSpPr>
          <p:nvPr>
            <p:ph type="sldNum" sz="quarter" idx="5"/>
          </p:nvPr>
        </p:nvSpPr>
        <p:spPr/>
        <p:txBody>
          <a:bodyPr/>
          <a:lstStyle/>
          <a:p>
            <a:fld id="{EED2C466-1B0F-4591-A952-5F31096967DE}" type="slidenum">
              <a:rPr lang="zh-CN" altLang="en-US" smtClean="0"/>
              <a:t>6</a:t>
            </a:fld>
            <a:endParaRPr lang="zh-CN" altLang="en-US"/>
          </a:p>
        </p:txBody>
      </p:sp>
    </p:spTree>
    <p:extLst>
      <p:ext uri="{BB962C8B-B14F-4D97-AF65-F5344CB8AC3E}">
        <p14:creationId xmlns:p14="http://schemas.microsoft.com/office/powerpoint/2010/main" val="5575943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C5A91-EEEB-8198-0F25-5C3EE52D498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1E33A43-92C2-6711-3155-598D521A6D4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A72CA12-7496-72D1-2EE3-409B18DD8185}"/>
              </a:ext>
            </a:extLst>
          </p:cNvPr>
          <p:cNvSpPr>
            <a:spLocks noGrp="1"/>
          </p:cNvSpPr>
          <p:nvPr>
            <p:ph type="body" idx="1"/>
          </p:nvPr>
        </p:nvSpPr>
        <p:spPr/>
        <p:txBody>
          <a:bodyPr/>
          <a:lstStyle/>
          <a:p>
            <a:pPr algn="l">
              <a:spcBef>
                <a:spcPts val="450"/>
              </a:spcBef>
              <a:spcAft>
                <a:spcPts val="450"/>
              </a:spcAft>
            </a:pPr>
            <a:r>
              <a:rPr lang="en-US" altLang="zh-CN" sz="1800" b="1" i="0">
                <a:solidFill>
                  <a:srgbClr val="2D3B45"/>
                </a:solidFill>
                <a:effectLst/>
                <a:latin typeface="Lato Extended"/>
              </a:rPr>
              <a:t>Introduction Slide</a:t>
            </a:r>
            <a:endParaRPr lang="en-US" altLang="zh-CN" sz="1800" b="0" i="0">
              <a:solidFill>
                <a:srgbClr val="2D3B45"/>
              </a:solidFill>
              <a:effectLst/>
              <a:latin typeface="Lato Extended"/>
            </a:endParaRPr>
          </a:p>
          <a:p>
            <a:pPr algn="l">
              <a:spcAft>
                <a:spcPts val="450"/>
              </a:spcAft>
              <a:buFont typeface="Arial" panose="020B0604020202020204" pitchFamily="34" charset="0"/>
              <a:buChar char="•"/>
            </a:pPr>
            <a:r>
              <a:rPr lang="en-US" altLang="zh-CN" sz="1800" b="1" i="0">
                <a:solidFill>
                  <a:srgbClr val="2D3B45"/>
                </a:solidFill>
                <a:effectLst/>
                <a:latin typeface="v-sans"/>
              </a:rPr>
              <a:t>Brief Introduction:</a:t>
            </a:r>
            <a:r>
              <a:rPr lang="en-US" altLang="zh-CN" sz="1800" b="0" i="0">
                <a:solidFill>
                  <a:srgbClr val="2D3B45"/>
                </a:solidFill>
                <a:effectLst/>
                <a:latin typeface="v-sans"/>
              </a:rPr>
              <a:t> of the team and the topic</a:t>
            </a:r>
          </a:p>
          <a:p>
            <a:endParaRPr lang="zh-CN" altLang="en-US"/>
          </a:p>
        </p:txBody>
      </p:sp>
      <p:sp>
        <p:nvSpPr>
          <p:cNvPr id="4" name="灯片编号占位符 3">
            <a:extLst>
              <a:ext uri="{FF2B5EF4-FFF2-40B4-BE49-F238E27FC236}">
                <a16:creationId xmlns:a16="http://schemas.microsoft.com/office/drawing/2014/main" id="{50B5885E-1485-C23E-A344-33739CEC89E5}"/>
              </a:ext>
            </a:extLst>
          </p:cNvPr>
          <p:cNvSpPr>
            <a:spLocks noGrp="1"/>
          </p:cNvSpPr>
          <p:nvPr>
            <p:ph type="sldNum" sz="quarter" idx="5"/>
          </p:nvPr>
        </p:nvSpPr>
        <p:spPr/>
        <p:txBody>
          <a:bodyPr/>
          <a:lstStyle/>
          <a:p>
            <a:fld id="{EED2C466-1B0F-4591-A952-5F31096967DE}" type="slidenum">
              <a:rPr lang="zh-CN" altLang="en-US" smtClean="0"/>
              <a:t>7</a:t>
            </a:fld>
            <a:endParaRPr lang="zh-CN" altLang="en-US"/>
          </a:p>
        </p:txBody>
      </p:sp>
    </p:spTree>
    <p:extLst>
      <p:ext uri="{BB962C8B-B14F-4D97-AF65-F5344CB8AC3E}">
        <p14:creationId xmlns:p14="http://schemas.microsoft.com/office/powerpoint/2010/main" val="9686673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9B845-6889-30E6-DA39-CE93CD5B77D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2AA62C7-6801-BF78-142F-8F712263F57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4CD396B-3F82-21E1-7F4C-D6881DC34C98}"/>
              </a:ext>
            </a:extLst>
          </p:cNvPr>
          <p:cNvSpPr>
            <a:spLocks noGrp="1"/>
          </p:cNvSpPr>
          <p:nvPr>
            <p:ph type="body" idx="1"/>
          </p:nvPr>
        </p:nvSpPr>
        <p:spPr/>
        <p:txBody>
          <a:bodyPr/>
          <a:lstStyle/>
          <a:p>
            <a:pPr algn="l">
              <a:spcBef>
                <a:spcPts val="450"/>
              </a:spcBef>
              <a:spcAft>
                <a:spcPts val="450"/>
              </a:spcAft>
            </a:pPr>
            <a:r>
              <a:rPr lang="en-US" altLang="zh-CN" sz="1800" b="1" i="0">
                <a:solidFill>
                  <a:srgbClr val="2D3B45"/>
                </a:solidFill>
                <a:effectLst/>
                <a:latin typeface="Lato Extended"/>
              </a:rPr>
              <a:t>Introduction Slide</a:t>
            </a:r>
            <a:endParaRPr lang="en-US" altLang="zh-CN" sz="1800" b="0" i="0">
              <a:solidFill>
                <a:srgbClr val="2D3B45"/>
              </a:solidFill>
              <a:effectLst/>
              <a:latin typeface="Lato Extended"/>
            </a:endParaRPr>
          </a:p>
          <a:p>
            <a:pPr algn="l">
              <a:spcAft>
                <a:spcPts val="450"/>
              </a:spcAft>
              <a:buFont typeface="Arial" panose="020B0604020202020204" pitchFamily="34" charset="0"/>
              <a:buChar char="•"/>
            </a:pPr>
            <a:r>
              <a:rPr lang="en-US" altLang="zh-CN" sz="1800" b="1" i="0">
                <a:solidFill>
                  <a:srgbClr val="2D3B45"/>
                </a:solidFill>
                <a:effectLst/>
                <a:latin typeface="v-sans"/>
              </a:rPr>
              <a:t>Brief Introduction:</a:t>
            </a:r>
            <a:r>
              <a:rPr lang="en-US" altLang="zh-CN" sz="1800" b="0" i="0">
                <a:solidFill>
                  <a:srgbClr val="2D3B45"/>
                </a:solidFill>
                <a:effectLst/>
                <a:latin typeface="v-sans"/>
              </a:rPr>
              <a:t> of the team and the topic</a:t>
            </a:r>
          </a:p>
          <a:p>
            <a:endParaRPr lang="zh-CN" altLang="en-US"/>
          </a:p>
        </p:txBody>
      </p:sp>
      <p:sp>
        <p:nvSpPr>
          <p:cNvPr id="4" name="灯片编号占位符 3">
            <a:extLst>
              <a:ext uri="{FF2B5EF4-FFF2-40B4-BE49-F238E27FC236}">
                <a16:creationId xmlns:a16="http://schemas.microsoft.com/office/drawing/2014/main" id="{F71C8CD4-64B0-E603-DDC8-275A097DB250}"/>
              </a:ext>
            </a:extLst>
          </p:cNvPr>
          <p:cNvSpPr>
            <a:spLocks noGrp="1"/>
          </p:cNvSpPr>
          <p:nvPr>
            <p:ph type="sldNum" sz="quarter" idx="5"/>
          </p:nvPr>
        </p:nvSpPr>
        <p:spPr/>
        <p:txBody>
          <a:bodyPr/>
          <a:lstStyle/>
          <a:p>
            <a:fld id="{EED2C466-1B0F-4591-A952-5F31096967DE}" type="slidenum">
              <a:rPr lang="zh-CN" altLang="en-US" smtClean="0"/>
              <a:t>8</a:t>
            </a:fld>
            <a:endParaRPr lang="zh-CN" altLang="en-US"/>
          </a:p>
        </p:txBody>
      </p:sp>
    </p:spTree>
    <p:extLst>
      <p:ext uri="{BB962C8B-B14F-4D97-AF65-F5344CB8AC3E}">
        <p14:creationId xmlns:p14="http://schemas.microsoft.com/office/powerpoint/2010/main" val="14861068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AD704-5687-C897-37EE-639D76BAB2B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168772D-C045-02A6-3693-429AE9AF84F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AC52383-BBDD-CD06-582E-1C52A422B852}"/>
              </a:ext>
            </a:extLst>
          </p:cNvPr>
          <p:cNvSpPr>
            <a:spLocks noGrp="1"/>
          </p:cNvSpPr>
          <p:nvPr>
            <p:ph type="body" idx="1"/>
          </p:nvPr>
        </p:nvSpPr>
        <p:spPr/>
        <p:txBody>
          <a:bodyPr/>
          <a:lstStyle/>
          <a:p>
            <a:pPr algn="l">
              <a:spcBef>
                <a:spcPts val="450"/>
              </a:spcBef>
              <a:spcAft>
                <a:spcPts val="450"/>
              </a:spcAft>
            </a:pPr>
            <a:r>
              <a:rPr lang="en-US" altLang="zh-CN" sz="1800" b="1" i="0">
                <a:solidFill>
                  <a:srgbClr val="2D3B45"/>
                </a:solidFill>
                <a:effectLst/>
                <a:latin typeface="Lato Extended"/>
              </a:rPr>
              <a:t>Introduction Slide</a:t>
            </a:r>
            <a:endParaRPr lang="en-US" altLang="zh-CN" sz="1800" b="0" i="0">
              <a:solidFill>
                <a:srgbClr val="2D3B45"/>
              </a:solidFill>
              <a:effectLst/>
              <a:latin typeface="Lato Extended"/>
            </a:endParaRPr>
          </a:p>
          <a:p>
            <a:pPr algn="l">
              <a:spcAft>
                <a:spcPts val="450"/>
              </a:spcAft>
              <a:buFont typeface="Arial" panose="020B0604020202020204" pitchFamily="34" charset="0"/>
              <a:buChar char="•"/>
            </a:pPr>
            <a:r>
              <a:rPr lang="en-US" altLang="zh-CN" sz="1800" b="1" i="0">
                <a:solidFill>
                  <a:srgbClr val="2D3B45"/>
                </a:solidFill>
                <a:effectLst/>
                <a:latin typeface="v-sans"/>
              </a:rPr>
              <a:t>Brief Introduction:</a:t>
            </a:r>
            <a:r>
              <a:rPr lang="en-US" altLang="zh-CN" sz="1800" b="0" i="0">
                <a:solidFill>
                  <a:srgbClr val="2D3B45"/>
                </a:solidFill>
                <a:effectLst/>
                <a:latin typeface="v-sans"/>
              </a:rPr>
              <a:t> of the team and the topic</a:t>
            </a:r>
          </a:p>
          <a:p>
            <a:endParaRPr lang="zh-CN" altLang="en-US"/>
          </a:p>
        </p:txBody>
      </p:sp>
      <p:sp>
        <p:nvSpPr>
          <p:cNvPr id="4" name="灯片编号占位符 3">
            <a:extLst>
              <a:ext uri="{FF2B5EF4-FFF2-40B4-BE49-F238E27FC236}">
                <a16:creationId xmlns:a16="http://schemas.microsoft.com/office/drawing/2014/main" id="{4EC632BB-84C0-6D94-8195-420737B13DE8}"/>
              </a:ext>
            </a:extLst>
          </p:cNvPr>
          <p:cNvSpPr>
            <a:spLocks noGrp="1"/>
          </p:cNvSpPr>
          <p:nvPr>
            <p:ph type="sldNum" sz="quarter" idx="5"/>
          </p:nvPr>
        </p:nvSpPr>
        <p:spPr/>
        <p:txBody>
          <a:bodyPr/>
          <a:lstStyle/>
          <a:p>
            <a:fld id="{EED2C466-1B0F-4591-A952-5F31096967DE}" type="slidenum">
              <a:rPr lang="zh-CN" altLang="en-US" smtClean="0"/>
              <a:t>9</a:t>
            </a:fld>
            <a:endParaRPr lang="zh-CN" altLang="en-US"/>
          </a:p>
        </p:txBody>
      </p:sp>
    </p:spTree>
    <p:extLst>
      <p:ext uri="{BB962C8B-B14F-4D97-AF65-F5344CB8AC3E}">
        <p14:creationId xmlns:p14="http://schemas.microsoft.com/office/powerpoint/2010/main" val="37233291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80624-88CC-1F28-3EA6-BBF56805423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7D9BFCF-9822-FB5B-17B4-EBD5F789862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7921B3E-7334-C4A1-C580-61E6AC3AB4CC}"/>
              </a:ext>
            </a:extLst>
          </p:cNvPr>
          <p:cNvSpPr>
            <a:spLocks noGrp="1"/>
          </p:cNvSpPr>
          <p:nvPr>
            <p:ph type="body" idx="1"/>
          </p:nvPr>
        </p:nvSpPr>
        <p:spPr/>
        <p:txBody>
          <a:bodyPr/>
          <a:lstStyle/>
          <a:p>
            <a:pPr algn="l">
              <a:spcBef>
                <a:spcPts val="450"/>
              </a:spcBef>
              <a:spcAft>
                <a:spcPts val="450"/>
              </a:spcAft>
            </a:pPr>
            <a:r>
              <a:rPr lang="en-US" altLang="zh-CN" sz="1800" b="1" i="0">
                <a:solidFill>
                  <a:srgbClr val="2D3B45"/>
                </a:solidFill>
                <a:effectLst/>
                <a:latin typeface="Lato Extended"/>
              </a:rPr>
              <a:t>Introduction Slide</a:t>
            </a:r>
            <a:endParaRPr lang="en-US" altLang="zh-CN" sz="1800" b="0" i="0">
              <a:solidFill>
                <a:srgbClr val="2D3B45"/>
              </a:solidFill>
              <a:effectLst/>
              <a:latin typeface="Lato Extended"/>
            </a:endParaRPr>
          </a:p>
          <a:p>
            <a:pPr algn="l">
              <a:spcAft>
                <a:spcPts val="450"/>
              </a:spcAft>
              <a:buFont typeface="Arial" panose="020B0604020202020204" pitchFamily="34" charset="0"/>
              <a:buChar char="•"/>
            </a:pPr>
            <a:r>
              <a:rPr lang="en-US" altLang="zh-CN" sz="1800" b="1" i="0">
                <a:solidFill>
                  <a:srgbClr val="2D3B45"/>
                </a:solidFill>
                <a:effectLst/>
                <a:latin typeface="v-sans"/>
              </a:rPr>
              <a:t>Brief Introduction:</a:t>
            </a:r>
            <a:r>
              <a:rPr lang="en-US" altLang="zh-CN" sz="1800" b="0" i="0">
                <a:solidFill>
                  <a:srgbClr val="2D3B45"/>
                </a:solidFill>
                <a:effectLst/>
                <a:latin typeface="v-sans"/>
              </a:rPr>
              <a:t> of the team and the topic</a:t>
            </a:r>
          </a:p>
          <a:p>
            <a:endParaRPr lang="zh-CN" altLang="en-US"/>
          </a:p>
        </p:txBody>
      </p:sp>
      <p:sp>
        <p:nvSpPr>
          <p:cNvPr id="4" name="灯片编号占位符 3">
            <a:extLst>
              <a:ext uri="{FF2B5EF4-FFF2-40B4-BE49-F238E27FC236}">
                <a16:creationId xmlns:a16="http://schemas.microsoft.com/office/drawing/2014/main" id="{48E609CA-1FF1-16EC-BFEC-B2D0092FC102}"/>
              </a:ext>
            </a:extLst>
          </p:cNvPr>
          <p:cNvSpPr>
            <a:spLocks noGrp="1"/>
          </p:cNvSpPr>
          <p:nvPr>
            <p:ph type="sldNum" sz="quarter" idx="5"/>
          </p:nvPr>
        </p:nvSpPr>
        <p:spPr/>
        <p:txBody>
          <a:bodyPr/>
          <a:lstStyle/>
          <a:p>
            <a:fld id="{EED2C466-1B0F-4591-A952-5F31096967DE}" type="slidenum">
              <a:rPr lang="zh-CN" altLang="en-US" smtClean="0"/>
              <a:t>10</a:t>
            </a:fld>
            <a:endParaRPr lang="zh-CN" altLang="en-US"/>
          </a:p>
        </p:txBody>
      </p:sp>
    </p:spTree>
    <p:extLst>
      <p:ext uri="{BB962C8B-B14F-4D97-AF65-F5344CB8AC3E}">
        <p14:creationId xmlns:p14="http://schemas.microsoft.com/office/powerpoint/2010/main" val="36556215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F455E-20C9-8E87-3904-609AB5C1931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C761F32-0A4B-8CDF-550E-2D874F6FBEE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BD9CB1C-EB0A-6AF1-8B05-F41B56AE24DF}"/>
              </a:ext>
            </a:extLst>
          </p:cNvPr>
          <p:cNvSpPr>
            <a:spLocks noGrp="1"/>
          </p:cNvSpPr>
          <p:nvPr>
            <p:ph type="body" idx="1"/>
          </p:nvPr>
        </p:nvSpPr>
        <p:spPr/>
        <p:txBody>
          <a:bodyPr/>
          <a:lstStyle/>
          <a:p>
            <a:pPr algn="l">
              <a:spcBef>
                <a:spcPts val="450"/>
              </a:spcBef>
              <a:spcAft>
                <a:spcPts val="450"/>
              </a:spcAft>
            </a:pPr>
            <a:r>
              <a:rPr lang="en-US" altLang="zh-CN" sz="1800" b="1" i="0">
                <a:solidFill>
                  <a:srgbClr val="2D3B45"/>
                </a:solidFill>
                <a:effectLst/>
                <a:latin typeface="Lato Extended"/>
              </a:rPr>
              <a:t>Introduction Slide</a:t>
            </a:r>
            <a:endParaRPr lang="en-US" altLang="zh-CN" sz="1800" b="0" i="0">
              <a:solidFill>
                <a:srgbClr val="2D3B45"/>
              </a:solidFill>
              <a:effectLst/>
              <a:latin typeface="Lato Extended"/>
            </a:endParaRPr>
          </a:p>
          <a:p>
            <a:pPr algn="l">
              <a:spcAft>
                <a:spcPts val="450"/>
              </a:spcAft>
              <a:buFont typeface="Arial" panose="020B0604020202020204" pitchFamily="34" charset="0"/>
              <a:buChar char="•"/>
            </a:pPr>
            <a:r>
              <a:rPr lang="en-US" altLang="zh-CN" sz="1800" b="1" i="0">
                <a:solidFill>
                  <a:srgbClr val="2D3B45"/>
                </a:solidFill>
                <a:effectLst/>
                <a:latin typeface="v-sans"/>
              </a:rPr>
              <a:t>Brief Introduction:</a:t>
            </a:r>
            <a:r>
              <a:rPr lang="en-US" altLang="zh-CN" sz="1800" b="0" i="0">
                <a:solidFill>
                  <a:srgbClr val="2D3B45"/>
                </a:solidFill>
                <a:effectLst/>
                <a:latin typeface="v-sans"/>
              </a:rPr>
              <a:t> of the team and the topic</a:t>
            </a:r>
          </a:p>
          <a:p>
            <a:endParaRPr lang="zh-CN" altLang="en-US"/>
          </a:p>
        </p:txBody>
      </p:sp>
      <p:sp>
        <p:nvSpPr>
          <p:cNvPr id="4" name="灯片编号占位符 3">
            <a:extLst>
              <a:ext uri="{FF2B5EF4-FFF2-40B4-BE49-F238E27FC236}">
                <a16:creationId xmlns:a16="http://schemas.microsoft.com/office/drawing/2014/main" id="{134F98E1-03F1-97B3-1362-1AA9BAD021B9}"/>
              </a:ext>
            </a:extLst>
          </p:cNvPr>
          <p:cNvSpPr>
            <a:spLocks noGrp="1"/>
          </p:cNvSpPr>
          <p:nvPr>
            <p:ph type="sldNum" sz="quarter" idx="5"/>
          </p:nvPr>
        </p:nvSpPr>
        <p:spPr/>
        <p:txBody>
          <a:bodyPr/>
          <a:lstStyle/>
          <a:p>
            <a:fld id="{EED2C466-1B0F-4591-A952-5F31096967DE}" type="slidenum">
              <a:rPr lang="zh-CN" altLang="en-US" smtClean="0"/>
              <a:t>11</a:t>
            </a:fld>
            <a:endParaRPr lang="zh-CN" altLang="en-US"/>
          </a:p>
        </p:txBody>
      </p:sp>
    </p:spTree>
    <p:extLst>
      <p:ext uri="{BB962C8B-B14F-4D97-AF65-F5344CB8AC3E}">
        <p14:creationId xmlns:p14="http://schemas.microsoft.com/office/powerpoint/2010/main" val="19112619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56DE7-DC81-94D8-E7A8-83FF41AE3FC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D5C3A98-F5AA-08F5-5387-B003A52BFEF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63111CB-04EA-97E0-9EF3-58DC42149352}"/>
              </a:ext>
            </a:extLst>
          </p:cNvPr>
          <p:cNvSpPr>
            <a:spLocks noGrp="1"/>
          </p:cNvSpPr>
          <p:nvPr>
            <p:ph type="body" idx="1"/>
          </p:nvPr>
        </p:nvSpPr>
        <p:spPr/>
        <p:txBody>
          <a:bodyPr/>
          <a:lstStyle/>
          <a:p>
            <a:pPr algn="l">
              <a:spcBef>
                <a:spcPts val="450"/>
              </a:spcBef>
              <a:spcAft>
                <a:spcPts val="450"/>
              </a:spcAft>
            </a:pPr>
            <a:r>
              <a:rPr lang="en-US" altLang="zh-CN" sz="1800" b="1" i="0">
                <a:solidFill>
                  <a:srgbClr val="2D3B45"/>
                </a:solidFill>
                <a:effectLst/>
                <a:latin typeface="Lato Extended"/>
              </a:rPr>
              <a:t>Introduction Slide</a:t>
            </a:r>
            <a:endParaRPr lang="en-US" altLang="zh-CN" sz="1800" b="0" i="0">
              <a:solidFill>
                <a:srgbClr val="2D3B45"/>
              </a:solidFill>
              <a:effectLst/>
              <a:latin typeface="Lato Extended"/>
            </a:endParaRPr>
          </a:p>
          <a:p>
            <a:pPr algn="l">
              <a:spcAft>
                <a:spcPts val="450"/>
              </a:spcAft>
              <a:buFont typeface="Arial" panose="020B0604020202020204" pitchFamily="34" charset="0"/>
              <a:buChar char="•"/>
            </a:pPr>
            <a:r>
              <a:rPr lang="en-US" altLang="zh-CN" sz="1800" b="1" i="0">
                <a:solidFill>
                  <a:srgbClr val="2D3B45"/>
                </a:solidFill>
                <a:effectLst/>
                <a:latin typeface="v-sans"/>
              </a:rPr>
              <a:t>Brief Introduction:</a:t>
            </a:r>
            <a:r>
              <a:rPr lang="en-US" altLang="zh-CN" sz="1800" b="0" i="0">
                <a:solidFill>
                  <a:srgbClr val="2D3B45"/>
                </a:solidFill>
                <a:effectLst/>
                <a:latin typeface="v-sans"/>
              </a:rPr>
              <a:t> of the team and the topic</a:t>
            </a:r>
          </a:p>
          <a:p>
            <a:endParaRPr lang="zh-CN" altLang="en-US"/>
          </a:p>
        </p:txBody>
      </p:sp>
      <p:sp>
        <p:nvSpPr>
          <p:cNvPr id="4" name="灯片编号占位符 3">
            <a:extLst>
              <a:ext uri="{FF2B5EF4-FFF2-40B4-BE49-F238E27FC236}">
                <a16:creationId xmlns:a16="http://schemas.microsoft.com/office/drawing/2014/main" id="{14AAC643-9E20-5411-6290-B8BEFB15BD92}"/>
              </a:ext>
            </a:extLst>
          </p:cNvPr>
          <p:cNvSpPr>
            <a:spLocks noGrp="1"/>
          </p:cNvSpPr>
          <p:nvPr>
            <p:ph type="sldNum" sz="quarter" idx="5"/>
          </p:nvPr>
        </p:nvSpPr>
        <p:spPr/>
        <p:txBody>
          <a:bodyPr/>
          <a:lstStyle/>
          <a:p>
            <a:fld id="{EED2C466-1B0F-4591-A952-5F31096967DE}" type="slidenum">
              <a:rPr lang="zh-CN" altLang="en-US" smtClean="0"/>
              <a:t>12</a:t>
            </a:fld>
            <a:endParaRPr lang="zh-CN" altLang="en-US"/>
          </a:p>
        </p:txBody>
      </p:sp>
    </p:spTree>
    <p:extLst>
      <p:ext uri="{BB962C8B-B14F-4D97-AF65-F5344CB8AC3E}">
        <p14:creationId xmlns:p14="http://schemas.microsoft.com/office/powerpoint/2010/main" val="40144914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7F8F6-43CE-1AC7-BA14-09317CE834D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40F09F-EA74-2FDC-9F0A-305E4C9C839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8F2F9F0-38A8-84C2-1CA0-CF92EB994220}"/>
              </a:ext>
            </a:extLst>
          </p:cNvPr>
          <p:cNvSpPr>
            <a:spLocks noGrp="1"/>
          </p:cNvSpPr>
          <p:nvPr>
            <p:ph type="body" idx="1"/>
          </p:nvPr>
        </p:nvSpPr>
        <p:spPr/>
        <p:txBody>
          <a:bodyPr/>
          <a:lstStyle/>
          <a:p>
            <a:pPr algn="l">
              <a:spcBef>
                <a:spcPts val="450"/>
              </a:spcBef>
              <a:spcAft>
                <a:spcPts val="450"/>
              </a:spcAft>
            </a:pPr>
            <a:r>
              <a:rPr lang="en-US" altLang="zh-CN" sz="1800" b="1" i="0">
                <a:solidFill>
                  <a:srgbClr val="2D3B45"/>
                </a:solidFill>
                <a:effectLst/>
                <a:latin typeface="Lato Extended"/>
              </a:rPr>
              <a:t>Introduction Slide</a:t>
            </a:r>
            <a:endParaRPr lang="en-US" altLang="zh-CN" sz="1800" b="0" i="0">
              <a:solidFill>
                <a:srgbClr val="2D3B45"/>
              </a:solidFill>
              <a:effectLst/>
              <a:latin typeface="Lato Extended"/>
            </a:endParaRPr>
          </a:p>
          <a:p>
            <a:pPr algn="l">
              <a:spcAft>
                <a:spcPts val="450"/>
              </a:spcAft>
              <a:buFont typeface="Arial" panose="020B0604020202020204" pitchFamily="34" charset="0"/>
              <a:buChar char="•"/>
            </a:pPr>
            <a:r>
              <a:rPr lang="en-US" altLang="zh-CN" sz="1800" b="1" i="0">
                <a:solidFill>
                  <a:srgbClr val="2D3B45"/>
                </a:solidFill>
                <a:effectLst/>
                <a:latin typeface="v-sans"/>
              </a:rPr>
              <a:t>Brief Introduction:</a:t>
            </a:r>
            <a:r>
              <a:rPr lang="en-US" altLang="zh-CN" sz="1800" b="0" i="0">
                <a:solidFill>
                  <a:srgbClr val="2D3B45"/>
                </a:solidFill>
                <a:effectLst/>
                <a:latin typeface="v-sans"/>
              </a:rPr>
              <a:t> of the team and the topic</a:t>
            </a:r>
          </a:p>
          <a:p>
            <a:endParaRPr lang="zh-CN" altLang="en-US"/>
          </a:p>
        </p:txBody>
      </p:sp>
      <p:sp>
        <p:nvSpPr>
          <p:cNvPr id="4" name="灯片编号占位符 3">
            <a:extLst>
              <a:ext uri="{FF2B5EF4-FFF2-40B4-BE49-F238E27FC236}">
                <a16:creationId xmlns:a16="http://schemas.microsoft.com/office/drawing/2014/main" id="{C487B5A8-EF2B-7398-BCC7-3EF95CFFA0B4}"/>
              </a:ext>
            </a:extLst>
          </p:cNvPr>
          <p:cNvSpPr>
            <a:spLocks noGrp="1"/>
          </p:cNvSpPr>
          <p:nvPr>
            <p:ph type="sldNum" sz="quarter" idx="5"/>
          </p:nvPr>
        </p:nvSpPr>
        <p:spPr/>
        <p:txBody>
          <a:bodyPr/>
          <a:lstStyle/>
          <a:p>
            <a:fld id="{EED2C466-1B0F-4591-A952-5F31096967DE}" type="slidenum">
              <a:rPr lang="zh-CN" altLang="en-US" smtClean="0"/>
              <a:t>13</a:t>
            </a:fld>
            <a:endParaRPr lang="zh-CN" altLang="en-US"/>
          </a:p>
        </p:txBody>
      </p:sp>
    </p:spTree>
    <p:extLst>
      <p:ext uri="{BB962C8B-B14F-4D97-AF65-F5344CB8AC3E}">
        <p14:creationId xmlns:p14="http://schemas.microsoft.com/office/powerpoint/2010/main" val="22483428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DE000-5F2E-A923-B03F-62E005DC2D2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B6B69F-2873-5F2D-2568-11B9EB7DB57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C825DC4-3A3C-E810-5B72-DEC4224C5D0B}"/>
              </a:ext>
            </a:extLst>
          </p:cNvPr>
          <p:cNvSpPr>
            <a:spLocks noGrp="1"/>
          </p:cNvSpPr>
          <p:nvPr>
            <p:ph type="body" idx="1"/>
          </p:nvPr>
        </p:nvSpPr>
        <p:spPr/>
        <p:txBody>
          <a:bodyPr/>
          <a:lstStyle/>
          <a:p>
            <a:pPr algn="l">
              <a:spcBef>
                <a:spcPts val="450"/>
              </a:spcBef>
              <a:spcAft>
                <a:spcPts val="450"/>
              </a:spcAft>
            </a:pPr>
            <a:r>
              <a:rPr lang="en-US" altLang="zh-CN" sz="1800" b="1" i="0">
                <a:solidFill>
                  <a:srgbClr val="2D3B45"/>
                </a:solidFill>
                <a:effectLst/>
                <a:latin typeface="Lato Extended"/>
              </a:rPr>
              <a:t>Introduction Slide</a:t>
            </a:r>
            <a:endParaRPr lang="en-US" altLang="zh-CN" sz="1800" b="0" i="0">
              <a:solidFill>
                <a:srgbClr val="2D3B45"/>
              </a:solidFill>
              <a:effectLst/>
              <a:latin typeface="Lato Extended"/>
            </a:endParaRPr>
          </a:p>
          <a:p>
            <a:pPr algn="l">
              <a:spcAft>
                <a:spcPts val="450"/>
              </a:spcAft>
              <a:buFont typeface="Arial" panose="020B0604020202020204" pitchFamily="34" charset="0"/>
              <a:buChar char="•"/>
            </a:pPr>
            <a:r>
              <a:rPr lang="en-US" altLang="zh-CN" sz="1800" b="1" i="0">
                <a:solidFill>
                  <a:srgbClr val="2D3B45"/>
                </a:solidFill>
                <a:effectLst/>
                <a:latin typeface="v-sans"/>
              </a:rPr>
              <a:t>Brief Introduction:</a:t>
            </a:r>
            <a:r>
              <a:rPr lang="en-US" altLang="zh-CN" sz="1800" b="0" i="0">
                <a:solidFill>
                  <a:srgbClr val="2D3B45"/>
                </a:solidFill>
                <a:effectLst/>
                <a:latin typeface="v-sans"/>
              </a:rPr>
              <a:t> of the team and the topic</a:t>
            </a:r>
          </a:p>
          <a:p>
            <a:endParaRPr lang="zh-CN" altLang="en-US"/>
          </a:p>
        </p:txBody>
      </p:sp>
      <p:sp>
        <p:nvSpPr>
          <p:cNvPr id="4" name="灯片编号占位符 3">
            <a:extLst>
              <a:ext uri="{FF2B5EF4-FFF2-40B4-BE49-F238E27FC236}">
                <a16:creationId xmlns:a16="http://schemas.microsoft.com/office/drawing/2014/main" id="{ABF76AD1-1C9A-4140-DCE9-E920FE9D9D63}"/>
              </a:ext>
            </a:extLst>
          </p:cNvPr>
          <p:cNvSpPr>
            <a:spLocks noGrp="1"/>
          </p:cNvSpPr>
          <p:nvPr>
            <p:ph type="sldNum" sz="quarter" idx="5"/>
          </p:nvPr>
        </p:nvSpPr>
        <p:spPr/>
        <p:txBody>
          <a:bodyPr/>
          <a:lstStyle/>
          <a:p>
            <a:fld id="{EED2C466-1B0F-4591-A952-5F31096967DE}" type="slidenum">
              <a:rPr lang="zh-CN" altLang="en-US" smtClean="0"/>
              <a:t>14</a:t>
            </a:fld>
            <a:endParaRPr lang="zh-CN" altLang="en-US"/>
          </a:p>
        </p:txBody>
      </p:sp>
    </p:spTree>
    <p:extLst>
      <p:ext uri="{BB962C8B-B14F-4D97-AF65-F5344CB8AC3E}">
        <p14:creationId xmlns:p14="http://schemas.microsoft.com/office/powerpoint/2010/main" val="17904157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AA4EA-664E-60F8-A89F-0D58EFEB4D2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8E981C-431B-9D50-4FD3-F3E3CFC453F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CB42964-7328-6955-F8C9-9B2EE895DC74}"/>
              </a:ext>
            </a:extLst>
          </p:cNvPr>
          <p:cNvSpPr>
            <a:spLocks noGrp="1"/>
          </p:cNvSpPr>
          <p:nvPr>
            <p:ph type="body" idx="1"/>
          </p:nvPr>
        </p:nvSpPr>
        <p:spPr/>
        <p:txBody>
          <a:bodyPr/>
          <a:lstStyle/>
          <a:p>
            <a:pPr algn="l">
              <a:spcBef>
                <a:spcPts val="450"/>
              </a:spcBef>
              <a:spcAft>
                <a:spcPts val="450"/>
              </a:spcAft>
            </a:pPr>
            <a:r>
              <a:rPr lang="en-US" altLang="zh-CN" sz="1800" b="1" i="0">
                <a:solidFill>
                  <a:srgbClr val="2D3B45"/>
                </a:solidFill>
                <a:effectLst/>
                <a:latin typeface="Lato Extended"/>
              </a:rPr>
              <a:t>Introduction Slide</a:t>
            </a:r>
            <a:endParaRPr lang="en-US" altLang="zh-CN" sz="1800" b="0" i="0">
              <a:solidFill>
                <a:srgbClr val="2D3B45"/>
              </a:solidFill>
              <a:effectLst/>
              <a:latin typeface="Lato Extended"/>
            </a:endParaRPr>
          </a:p>
          <a:p>
            <a:pPr algn="l">
              <a:spcAft>
                <a:spcPts val="450"/>
              </a:spcAft>
              <a:buFont typeface="Arial" panose="020B0604020202020204" pitchFamily="34" charset="0"/>
              <a:buChar char="•"/>
            </a:pPr>
            <a:r>
              <a:rPr lang="en-US" altLang="zh-CN" sz="1800" b="1" i="0">
                <a:solidFill>
                  <a:srgbClr val="2D3B45"/>
                </a:solidFill>
                <a:effectLst/>
                <a:latin typeface="v-sans"/>
              </a:rPr>
              <a:t>Brief Introduction:</a:t>
            </a:r>
            <a:r>
              <a:rPr lang="en-US" altLang="zh-CN" sz="1800" b="0" i="0">
                <a:solidFill>
                  <a:srgbClr val="2D3B45"/>
                </a:solidFill>
                <a:effectLst/>
                <a:latin typeface="v-sans"/>
              </a:rPr>
              <a:t> of the team and the topic</a:t>
            </a:r>
          </a:p>
          <a:p>
            <a:endParaRPr lang="zh-CN" altLang="en-US"/>
          </a:p>
        </p:txBody>
      </p:sp>
      <p:sp>
        <p:nvSpPr>
          <p:cNvPr id="4" name="灯片编号占位符 3">
            <a:extLst>
              <a:ext uri="{FF2B5EF4-FFF2-40B4-BE49-F238E27FC236}">
                <a16:creationId xmlns:a16="http://schemas.microsoft.com/office/drawing/2014/main" id="{F7E91183-DB82-A5F0-F09F-DAE2D6C2BCDD}"/>
              </a:ext>
            </a:extLst>
          </p:cNvPr>
          <p:cNvSpPr>
            <a:spLocks noGrp="1"/>
          </p:cNvSpPr>
          <p:nvPr>
            <p:ph type="sldNum" sz="quarter" idx="5"/>
          </p:nvPr>
        </p:nvSpPr>
        <p:spPr/>
        <p:txBody>
          <a:bodyPr/>
          <a:lstStyle/>
          <a:p>
            <a:fld id="{EED2C466-1B0F-4591-A952-5F31096967DE}" type="slidenum">
              <a:rPr lang="zh-CN" altLang="en-US" smtClean="0"/>
              <a:t>15</a:t>
            </a:fld>
            <a:endParaRPr lang="zh-CN" altLang="en-US"/>
          </a:p>
        </p:txBody>
      </p:sp>
    </p:spTree>
    <p:extLst>
      <p:ext uri="{BB962C8B-B14F-4D97-AF65-F5344CB8AC3E}">
        <p14:creationId xmlns:p14="http://schemas.microsoft.com/office/powerpoint/2010/main" val="40495433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CD5CE-3672-5E54-5E42-BB1D3E0132E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DDB85E1-341D-1792-5327-3E407C9DABD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284F48F-0E63-34BB-95E7-E2CC4BFA858F}"/>
              </a:ext>
            </a:extLst>
          </p:cNvPr>
          <p:cNvSpPr>
            <a:spLocks noGrp="1"/>
          </p:cNvSpPr>
          <p:nvPr>
            <p:ph type="body" idx="1"/>
          </p:nvPr>
        </p:nvSpPr>
        <p:spPr/>
        <p:txBody>
          <a:bodyPr/>
          <a:lstStyle/>
          <a:p>
            <a:pPr algn="l">
              <a:spcBef>
                <a:spcPts val="450"/>
              </a:spcBef>
              <a:spcAft>
                <a:spcPts val="450"/>
              </a:spcAft>
            </a:pPr>
            <a:r>
              <a:rPr lang="en-US" altLang="zh-CN" sz="1800" b="1" i="0">
                <a:solidFill>
                  <a:srgbClr val="2D3B45"/>
                </a:solidFill>
                <a:effectLst/>
                <a:latin typeface="Lato Extended"/>
              </a:rPr>
              <a:t>Introduction Slide</a:t>
            </a:r>
            <a:endParaRPr lang="en-US" altLang="zh-CN" sz="1800" b="0" i="0">
              <a:solidFill>
                <a:srgbClr val="2D3B45"/>
              </a:solidFill>
              <a:effectLst/>
              <a:latin typeface="Lato Extended"/>
            </a:endParaRPr>
          </a:p>
          <a:p>
            <a:pPr algn="l">
              <a:spcAft>
                <a:spcPts val="450"/>
              </a:spcAft>
              <a:buFont typeface="Arial" panose="020B0604020202020204" pitchFamily="34" charset="0"/>
              <a:buChar char="•"/>
            </a:pPr>
            <a:r>
              <a:rPr lang="en-US" altLang="zh-CN" sz="1800" b="1" i="0">
                <a:solidFill>
                  <a:srgbClr val="2D3B45"/>
                </a:solidFill>
                <a:effectLst/>
                <a:latin typeface="v-sans"/>
              </a:rPr>
              <a:t>Brief Introduction:</a:t>
            </a:r>
            <a:r>
              <a:rPr lang="en-US" altLang="zh-CN" sz="1800" b="0" i="0">
                <a:solidFill>
                  <a:srgbClr val="2D3B45"/>
                </a:solidFill>
                <a:effectLst/>
                <a:latin typeface="v-sans"/>
              </a:rPr>
              <a:t> of the team and the topic</a:t>
            </a:r>
          </a:p>
          <a:p>
            <a:endParaRPr lang="zh-CN" altLang="en-US"/>
          </a:p>
        </p:txBody>
      </p:sp>
      <p:sp>
        <p:nvSpPr>
          <p:cNvPr id="4" name="灯片编号占位符 3">
            <a:extLst>
              <a:ext uri="{FF2B5EF4-FFF2-40B4-BE49-F238E27FC236}">
                <a16:creationId xmlns:a16="http://schemas.microsoft.com/office/drawing/2014/main" id="{11FA0245-A640-2959-ECDD-A9DFEDB80253}"/>
              </a:ext>
            </a:extLst>
          </p:cNvPr>
          <p:cNvSpPr>
            <a:spLocks noGrp="1"/>
          </p:cNvSpPr>
          <p:nvPr>
            <p:ph type="sldNum" sz="quarter" idx="5"/>
          </p:nvPr>
        </p:nvSpPr>
        <p:spPr/>
        <p:txBody>
          <a:bodyPr/>
          <a:lstStyle/>
          <a:p>
            <a:fld id="{EED2C466-1B0F-4591-A952-5F31096967DE}" type="slidenum">
              <a:rPr lang="zh-CN" altLang="en-US" smtClean="0"/>
              <a:t>16</a:t>
            </a:fld>
            <a:endParaRPr lang="zh-CN" altLang="en-US"/>
          </a:p>
        </p:txBody>
      </p:sp>
    </p:spTree>
    <p:extLst>
      <p:ext uri="{BB962C8B-B14F-4D97-AF65-F5344CB8AC3E}">
        <p14:creationId xmlns:p14="http://schemas.microsoft.com/office/powerpoint/2010/main" val="2465791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A354A0-7846-B34E-8A92-A19991B6FAA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D2DEF3D4-2868-0024-E645-B45D026E44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77B88D2-E38F-A4DA-1140-6DFC8FC9588F}"/>
              </a:ext>
            </a:extLst>
          </p:cNvPr>
          <p:cNvSpPr>
            <a:spLocks noGrp="1"/>
          </p:cNvSpPr>
          <p:nvPr>
            <p:ph type="dt" sz="half" idx="10"/>
          </p:nvPr>
        </p:nvSpPr>
        <p:spPr/>
        <p:txBody>
          <a:bodyPr/>
          <a:lstStyle/>
          <a:p>
            <a:fld id="{A89603F3-32BE-40D2-9B36-4E0B8A351D34}" type="datetimeFigureOut">
              <a:rPr lang="zh-CN" altLang="en-US" smtClean="0"/>
              <a:t>2026/4/29</a:t>
            </a:fld>
            <a:endParaRPr lang="zh-CN" altLang="en-US"/>
          </a:p>
        </p:txBody>
      </p:sp>
      <p:sp>
        <p:nvSpPr>
          <p:cNvPr id="5" name="页脚占位符 4">
            <a:extLst>
              <a:ext uri="{FF2B5EF4-FFF2-40B4-BE49-F238E27FC236}">
                <a16:creationId xmlns:a16="http://schemas.microsoft.com/office/drawing/2014/main" id="{BFC1E046-AB8E-BFB3-40AE-9A4E5ACA340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BE09DEA-4494-5464-AE4E-0C8930F9A4FD}"/>
              </a:ext>
            </a:extLst>
          </p:cNvPr>
          <p:cNvSpPr>
            <a:spLocks noGrp="1"/>
          </p:cNvSpPr>
          <p:nvPr>
            <p:ph type="sldNum" sz="quarter" idx="12"/>
          </p:nvPr>
        </p:nvSpPr>
        <p:spPr/>
        <p:txBody>
          <a:bodyPr/>
          <a:lstStyle/>
          <a:p>
            <a:fld id="{2FA53790-4812-4B8F-96BA-FC288E1E565F}" type="slidenum">
              <a:rPr lang="zh-CN" altLang="en-US" smtClean="0"/>
              <a:t>‹#›</a:t>
            </a:fld>
            <a:endParaRPr lang="zh-CN" altLang="en-US"/>
          </a:p>
        </p:txBody>
      </p:sp>
    </p:spTree>
    <p:extLst>
      <p:ext uri="{BB962C8B-B14F-4D97-AF65-F5344CB8AC3E}">
        <p14:creationId xmlns:p14="http://schemas.microsoft.com/office/powerpoint/2010/main" val="14097122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23256F-228D-55C6-D2EB-626D88163E8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D3D3B46-82D3-C7C1-1E32-EEA3E5B0EDC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1F735C8-BB59-22B3-FADA-A7EDD070315D}"/>
              </a:ext>
            </a:extLst>
          </p:cNvPr>
          <p:cNvSpPr>
            <a:spLocks noGrp="1"/>
          </p:cNvSpPr>
          <p:nvPr>
            <p:ph type="dt" sz="half" idx="10"/>
          </p:nvPr>
        </p:nvSpPr>
        <p:spPr/>
        <p:txBody>
          <a:bodyPr/>
          <a:lstStyle/>
          <a:p>
            <a:fld id="{A89603F3-32BE-40D2-9B36-4E0B8A351D34}" type="datetimeFigureOut">
              <a:rPr lang="zh-CN" altLang="en-US" smtClean="0"/>
              <a:t>2026/4/29</a:t>
            </a:fld>
            <a:endParaRPr lang="zh-CN" altLang="en-US"/>
          </a:p>
        </p:txBody>
      </p:sp>
      <p:sp>
        <p:nvSpPr>
          <p:cNvPr id="5" name="页脚占位符 4">
            <a:extLst>
              <a:ext uri="{FF2B5EF4-FFF2-40B4-BE49-F238E27FC236}">
                <a16:creationId xmlns:a16="http://schemas.microsoft.com/office/drawing/2014/main" id="{97602DB6-431F-A594-018B-ED8EEB78FB7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4F8172F-A749-A1BB-E48A-9727FDD1A8CA}"/>
              </a:ext>
            </a:extLst>
          </p:cNvPr>
          <p:cNvSpPr>
            <a:spLocks noGrp="1"/>
          </p:cNvSpPr>
          <p:nvPr>
            <p:ph type="sldNum" sz="quarter" idx="12"/>
          </p:nvPr>
        </p:nvSpPr>
        <p:spPr/>
        <p:txBody>
          <a:bodyPr/>
          <a:lstStyle/>
          <a:p>
            <a:fld id="{2FA53790-4812-4B8F-96BA-FC288E1E565F}" type="slidenum">
              <a:rPr lang="zh-CN" altLang="en-US" smtClean="0"/>
              <a:t>‹#›</a:t>
            </a:fld>
            <a:endParaRPr lang="zh-CN" altLang="en-US"/>
          </a:p>
        </p:txBody>
      </p:sp>
    </p:spTree>
    <p:extLst>
      <p:ext uri="{BB962C8B-B14F-4D97-AF65-F5344CB8AC3E}">
        <p14:creationId xmlns:p14="http://schemas.microsoft.com/office/powerpoint/2010/main" val="3242968666"/>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0DE529-D4DD-CDCA-5904-6783EC99F8B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11A6E23-F960-6C37-B0EE-EEBA5B6D2F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874A0AB-6E4F-399D-0879-D8EE4119B55A}"/>
              </a:ext>
            </a:extLst>
          </p:cNvPr>
          <p:cNvSpPr>
            <a:spLocks noGrp="1"/>
          </p:cNvSpPr>
          <p:nvPr>
            <p:ph type="dt" sz="half" idx="10"/>
          </p:nvPr>
        </p:nvSpPr>
        <p:spPr/>
        <p:txBody>
          <a:bodyPr/>
          <a:lstStyle/>
          <a:p>
            <a:fld id="{A89603F3-32BE-40D2-9B36-4E0B8A351D34}" type="datetimeFigureOut">
              <a:rPr lang="zh-CN" altLang="en-US" smtClean="0"/>
              <a:t>2026/4/29</a:t>
            </a:fld>
            <a:endParaRPr lang="zh-CN" altLang="en-US"/>
          </a:p>
        </p:txBody>
      </p:sp>
      <p:sp>
        <p:nvSpPr>
          <p:cNvPr id="5" name="页脚占位符 4">
            <a:extLst>
              <a:ext uri="{FF2B5EF4-FFF2-40B4-BE49-F238E27FC236}">
                <a16:creationId xmlns:a16="http://schemas.microsoft.com/office/drawing/2014/main" id="{84448626-236D-55A3-1C44-747C4FA90AE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90A5B8-97DC-3890-EBDC-D590EFEBEFDF}"/>
              </a:ext>
            </a:extLst>
          </p:cNvPr>
          <p:cNvSpPr>
            <a:spLocks noGrp="1"/>
          </p:cNvSpPr>
          <p:nvPr>
            <p:ph type="sldNum" sz="quarter" idx="12"/>
          </p:nvPr>
        </p:nvSpPr>
        <p:spPr/>
        <p:txBody>
          <a:bodyPr/>
          <a:lstStyle/>
          <a:p>
            <a:fld id="{2FA53790-4812-4B8F-96BA-FC288E1E565F}" type="slidenum">
              <a:rPr lang="zh-CN" altLang="en-US" smtClean="0"/>
              <a:t>‹#›</a:t>
            </a:fld>
            <a:endParaRPr lang="zh-CN" altLang="en-US"/>
          </a:p>
        </p:txBody>
      </p:sp>
    </p:spTree>
    <p:extLst>
      <p:ext uri="{BB962C8B-B14F-4D97-AF65-F5344CB8AC3E}">
        <p14:creationId xmlns:p14="http://schemas.microsoft.com/office/powerpoint/2010/main" val="3474097100"/>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9F456A-46E0-B5A8-EEAB-1F97659D52B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0ADAFFC-5C40-BFAB-EE71-41E5543E423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AA2F178-3051-D5F1-E798-70EE383DCD7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3707A42-3730-6767-02BC-13FC76B824B9}"/>
              </a:ext>
            </a:extLst>
          </p:cNvPr>
          <p:cNvSpPr>
            <a:spLocks noGrp="1"/>
          </p:cNvSpPr>
          <p:nvPr>
            <p:ph type="dt" sz="half" idx="10"/>
          </p:nvPr>
        </p:nvSpPr>
        <p:spPr/>
        <p:txBody>
          <a:bodyPr/>
          <a:lstStyle/>
          <a:p>
            <a:fld id="{A89603F3-32BE-40D2-9B36-4E0B8A351D34}" type="datetimeFigureOut">
              <a:rPr lang="zh-CN" altLang="en-US" smtClean="0"/>
              <a:t>2026/4/29</a:t>
            </a:fld>
            <a:endParaRPr lang="zh-CN" altLang="en-US"/>
          </a:p>
        </p:txBody>
      </p:sp>
      <p:sp>
        <p:nvSpPr>
          <p:cNvPr id="6" name="页脚占位符 5">
            <a:extLst>
              <a:ext uri="{FF2B5EF4-FFF2-40B4-BE49-F238E27FC236}">
                <a16:creationId xmlns:a16="http://schemas.microsoft.com/office/drawing/2014/main" id="{DAA74E90-F57F-7723-2D74-2DD71D8248C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8097C1F-6696-459D-BD2D-A5A828DDAEFF}"/>
              </a:ext>
            </a:extLst>
          </p:cNvPr>
          <p:cNvSpPr>
            <a:spLocks noGrp="1"/>
          </p:cNvSpPr>
          <p:nvPr>
            <p:ph type="sldNum" sz="quarter" idx="12"/>
          </p:nvPr>
        </p:nvSpPr>
        <p:spPr/>
        <p:txBody>
          <a:bodyPr/>
          <a:lstStyle/>
          <a:p>
            <a:fld id="{2FA53790-4812-4B8F-96BA-FC288E1E565F}" type="slidenum">
              <a:rPr lang="zh-CN" altLang="en-US" smtClean="0"/>
              <a:t>‹#›</a:t>
            </a:fld>
            <a:endParaRPr lang="zh-CN" altLang="en-US"/>
          </a:p>
        </p:txBody>
      </p:sp>
    </p:spTree>
    <p:extLst>
      <p:ext uri="{BB962C8B-B14F-4D97-AF65-F5344CB8AC3E}">
        <p14:creationId xmlns:p14="http://schemas.microsoft.com/office/powerpoint/2010/main" val="1797796189"/>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7E6A50-55D1-5D36-F984-FB3CC1E3B24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FEEC3D5-FE21-7C48-7D84-4F436BFC86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72C64EB-6E48-FAD6-27E0-3448773ACA1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5E24658-B09D-123E-E29F-B03A67D684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3595FC7-1B24-5EF1-5DD4-962121D8152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B57ABB4-EB9D-17BB-6870-2B6FCED5EB36}"/>
              </a:ext>
            </a:extLst>
          </p:cNvPr>
          <p:cNvSpPr>
            <a:spLocks noGrp="1"/>
          </p:cNvSpPr>
          <p:nvPr>
            <p:ph type="dt" sz="half" idx="10"/>
          </p:nvPr>
        </p:nvSpPr>
        <p:spPr/>
        <p:txBody>
          <a:bodyPr/>
          <a:lstStyle/>
          <a:p>
            <a:fld id="{A89603F3-32BE-40D2-9B36-4E0B8A351D34}" type="datetimeFigureOut">
              <a:rPr lang="zh-CN" altLang="en-US" smtClean="0"/>
              <a:t>2026/4/29</a:t>
            </a:fld>
            <a:endParaRPr lang="zh-CN" altLang="en-US"/>
          </a:p>
        </p:txBody>
      </p:sp>
      <p:sp>
        <p:nvSpPr>
          <p:cNvPr id="8" name="页脚占位符 7">
            <a:extLst>
              <a:ext uri="{FF2B5EF4-FFF2-40B4-BE49-F238E27FC236}">
                <a16:creationId xmlns:a16="http://schemas.microsoft.com/office/drawing/2014/main" id="{7779A4FF-C65B-CFBE-7F6C-B549874B04A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35542E7-E87C-C9ED-FE46-2CF8E91E2022}"/>
              </a:ext>
            </a:extLst>
          </p:cNvPr>
          <p:cNvSpPr>
            <a:spLocks noGrp="1"/>
          </p:cNvSpPr>
          <p:nvPr>
            <p:ph type="sldNum" sz="quarter" idx="12"/>
          </p:nvPr>
        </p:nvSpPr>
        <p:spPr/>
        <p:txBody>
          <a:bodyPr/>
          <a:lstStyle/>
          <a:p>
            <a:fld id="{2FA53790-4812-4B8F-96BA-FC288E1E565F}" type="slidenum">
              <a:rPr lang="zh-CN" altLang="en-US" smtClean="0"/>
              <a:t>‹#›</a:t>
            </a:fld>
            <a:endParaRPr lang="zh-CN" altLang="en-US"/>
          </a:p>
        </p:txBody>
      </p:sp>
    </p:spTree>
    <p:extLst>
      <p:ext uri="{BB962C8B-B14F-4D97-AF65-F5344CB8AC3E}">
        <p14:creationId xmlns:p14="http://schemas.microsoft.com/office/powerpoint/2010/main" val="230017933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41787F-972D-597B-0E9B-CE7671036FF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21F4CC8-AC86-56FE-BB92-73C26EDD577A}"/>
              </a:ext>
            </a:extLst>
          </p:cNvPr>
          <p:cNvSpPr>
            <a:spLocks noGrp="1"/>
          </p:cNvSpPr>
          <p:nvPr>
            <p:ph type="dt" sz="half" idx="10"/>
          </p:nvPr>
        </p:nvSpPr>
        <p:spPr/>
        <p:txBody>
          <a:bodyPr/>
          <a:lstStyle/>
          <a:p>
            <a:fld id="{A89603F3-32BE-40D2-9B36-4E0B8A351D34}" type="datetimeFigureOut">
              <a:rPr lang="zh-CN" altLang="en-US" smtClean="0"/>
              <a:t>2026/4/29</a:t>
            </a:fld>
            <a:endParaRPr lang="zh-CN" altLang="en-US"/>
          </a:p>
        </p:txBody>
      </p:sp>
      <p:sp>
        <p:nvSpPr>
          <p:cNvPr id="4" name="页脚占位符 3">
            <a:extLst>
              <a:ext uri="{FF2B5EF4-FFF2-40B4-BE49-F238E27FC236}">
                <a16:creationId xmlns:a16="http://schemas.microsoft.com/office/drawing/2014/main" id="{706FF7D4-A808-4B96-41F2-C45A0D1B4457}"/>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C1E9536-31D4-6388-EBFA-A5283A51633D}"/>
              </a:ext>
            </a:extLst>
          </p:cNvPr>
          <p:cNvSpPr>
            <a:spLocks noGrp="1"/>
          </p:cNvSpPr>
          <p:nvPr>
            <p:ph type="sldNum" sz="quarter" idx="12"/>
          </p:nvPr>
        </p:nvSpPr>
        <p:spPr/>
        <p:txBody>
          <a:bodyPr/>
          <a:lstStyle/>
          <a:p>
            <a:fld id="{2FA53790-4812-4B8F-96BA-FC288E1E565F}" type="slidenum">
              <a:rPr lang="zh-CN" altLang="en-US" smtClean="0"/>
              <a:t>‹#›</a:t>
            </a:fld>
            <a:endParaRPr lang="zh-CN" altLang="en-US"/>
          </a:p>
        </p:txBody>
      </p:sp>
    </p:spTree>
    <p:extLst>
      <p:ext uri="{BB962C8B-B14F-4D97-AF65-F5344CB8AC3E}">
        <p14:creationId xmlns:p14="http://schemas.microsoft.com/office/powerpoint/2010/main" val="1836544423"/>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6575013-2C81-EDDE-4308-B9FFBA7F3A6E}"/>
              </a:ext>
            </a:extLst>
          </p:cNvPr>
          <p:cNvSpPr>
            <a:spLocks noGrp="1"/>
          </p:cNvSpPr>
          <p:nvPr>
            <p:ph type="dt" sz="half" idx="10"/>
          </p:nvPr>
        </p:nvSpPr>
        <p:spPr/>
        <p:txBody>
          <a:bodyPr/>
          <a:lstStyle/>
          <a:p>
            <a:fld id="{A89603F3-32BE-40D2-9B36-4E0B8A351D34}" type="datetimeFigureOut">
              <a:rPr lang="zh-CN" altLang="en-US" smtClean="0"/>
              <a:t>2026/4/29</a:t>
            </a:fld>
            <a:endParaRPr lang="zh-CN" altLang="en-US"/>
          </a:p>
        </p:txBody>
      </p:sp>
      <p:sp>
        <p:nvSpPr>
          <p:cNvPr id="3" name="页脚占位符 2">
            <a:extLst>
              <a:ext uri="{FF2B5EF4-FFF2-40B4-BE49-F238E27FC236}">
                <a16:creationId xmlns:a16="http://schemas.microsoft.com/office/drawing/2014/main" id="{C19882E0-10D9-3511-1A69-D4E2A183F97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97F431F0-862F-AADB-EDA3-1F7391652BEF}"/>
              </a:ext>
            </a:extLst>
          </p:cNvPr>
          <p:cNvSpPr>
            <a:spLocks noGrp="1"/>
          </p:cNvSpPr>
          <p:nvPr>
            <p:ph type="sldNum" sz="quarter" idx="12"/>
          </p:nvPr>
        </p:nvSpPr>
        <p:spPr/>
        <p:txBody>
          <a:bodyPr/>
          <a:lstStyle/>
          <a:p>
            <a:fld id="{2FA53790-4812-4B8F-96BA-FC288E1E565F}" type="slidenum">
              <a:rPr lang="zh-CN" altLang="en-US" smtClean="0"/>
              <a:t>‹#›</a:t>
            </a:fld>
            <a:endParaRPr lang="zh-CN" altLang="en-US"/>
          </a:p>
        </p:txBody>
      </p:sp>
    </p:spTree>
    <p:extLst>
      <p:ext uri="{BB962C8B-B14F-4D97-AF65-F5344CB8AC3E}">
        <p14:creationId xmlns:p14="http://schemas.microsoft.com/office/powerpoint/2010/main" val="2259884571"/>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F889A3-5E38-2589-3120-CC7703C668D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1926CA6-8D09-4DA6-8650-05A1FF9C75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1187589-7188-4C6F-F876-C0AC6230F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F4ED765-E71D-1DD0-3B82-01DA9FC14048}"/>
              </a:ext>
            </a:extLst>
          </p:cNvPr>
          <p:cNvSpPr>
            <a:spLocks noGrp="1"/>
          </p:cNvSpPr>
          <p:nvPr>
            <p:ph type="dt" sz="half" idx="10"/>
          </p:nvPr>
        </p:nvSpPr>
        <p:spPr/>
        <p:txBody>
          <a:bodyPr/>
          <a:lstStyle/>
          <a:p>
            <a:fld id="{A89603F3-32BE-40D2-9B36-4E0B8A351D34}" type="datetimeFigureOut">
              <a:rPr lang="zh-CN" altLang="en-US" smtClean="0"/>
              <a:t>2026/4/29</a:t>
            </a:fld>
            <a:endParaRPr lang="zh-CN" altLang="en-US"/>
          </a:p>
        </p:txBody>
      </p:sp>
      <p:sp>
        <p:nvSpPr>
          <p:cNvPr id="6" name="页脚占位符 5">
            <a:extLst>
              <a:ext uri="{FF2B5EF4-FFF2-40B4-BE49-F238E27FC236}">
                <a16:creationId xmlns:a16="http://schemas.microsoft.com/office/drawing/2014/main" id="{A2C7BDBA-FBFF-FE97-5B1D-88DB42B5658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48C7A9B-4C29-17AA-56B1-F2C2AF4D67F9}"/>
              </a:ext>
            </a:extLst>
          </p:cNvPr>
          <p:cNvSpPr>
            <a:spLocks noGrp="1"/>
          </p:cNvSpPr>
          <p:nvPr>
            <p:ph type="sldNum" sz="quarter" idx="12"/>
          </p:nvPr>
        </p:nvSpPr>
        <p:spPr/>
        <p:txBody>
          <a:bodyPr/>
          <a:lstStyle/>
          <a:p>
            <a:fld id="{2FA53790-4812-4B8F-96BA-FC288E1E565F}" type="slidenum">
              <a:rPr lang="zh-CN" altLang="en-US" smtClean="0"/>
              <a:t>‹#›</a:t>
            </a:fld>
            <a:endParaRPr lang="zh-CN" altLang="en-US"/>
          </a:p>
        </p:txBody>
      </p:sp>
    </p:spTree>
    <p:extLst>
      <p:ext uri="{BB962C8B-B14F-4D97-AF65-F5344CB8AC3E}">
        <p14:creationId xmlns:p14="http://schemas.microsoft.com/office/powerpoint/2010/main" val="26484435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CAC47E-80B6-6AF0-57E7-396D9CD4746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A6C0106-DA72-C780-7921-A3504EF83B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3CDD949-BB90-87E2-66F1-D778D2BF3C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C950CFD-92EF-587C-6CBD-D681B0068728}"/>
              </a:ext>
            </a:extLst>
          </p:cNvPr>
          <p:cNvSpPr>
            <a:spLocks noGrp="1"/>
          </p:cNvSpPr>
          <p:nvPr>
            <p:ph type="dt" sz="half" idx="10"/>
          </p:nvPr>
        </p:nvSpPr>
        <p:spPr/>
        <p:txBody>
          <a:bodyPr/>
          <a:lstStyle/>
          <a:p>
            <a:fld id="{A89603F3-32BE-40D2-9B36-4E0B8A351D34}" type="datetimeFigureOut">
              <a:rPr lang="zh-CN" altLang="en-US" smtClean="0"/>
              <a:t>2026/4/29</a:t>
            </a:fld>
            <a:endParaRPr lang="zh-CN" altLang="en-US"/>
          </a:p>
        </p:txBody>
      </p:sp>
      <p:sp>
        <p:nvSpPr>
          <p:cNvPr id="6" name="页脚占位符 5">
            <a:extLst>
              <a:ext uri="{FF2B5EF4-FFF2-40B4-BE49-F238E27FC236}">
                <a16:creationId xmlns:a16="http://schemas.microsoft.com/office/drawing/2014/main" id="{0E30BAD5-5FFB-EC50-F623-AB920AA7F86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85C31CC-4409-0978-2A24-569BCC64707C}"/>
              </a:ext>
            </a:extLst>
          </p:cNvPr>
          <p:cNvSpPr>
            <a:spLocks noGrp="1"/>
          </p:cNvSpPr>
          <p:nvPr>
            <p:ph type="sldNum" sz="quarter" idx="12"/>
          </p:nvPr>
        </p:nvSpPr>
        <p:spPr/>
        <p:txBody>
          <a:bodyPr/>
          <a:lstStyle/>
          <a:p>
            <a:fld id="{2FA53790-4812-4B8F-96BA-FC288E1E565F}" type="slidenum">
              <a:rPr lang="zh-CN" altLang="en-US" smtClean="0"/>
              <a:t>‹#›</a:t>
            </a:fld>
            <a:endParaRPr lang="zh-CN" altLang="en-US"/>
          </a:p>
        </p:txBody>
      </p:sp>
    </p:spTree>
    <p:extLst>
      <p:ext uri="{BB962C8B-B14F-4D97-AF65-F5344CB8AC3E}">
        <p14:creationId xmlns:p14="http://schemas.microsoft.com/office/powerpoint/2010/main" val="2167806030"/>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3285CB-6A22-EFC7-4AFB-EDC5A8FBBA6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E26D27A-0472-7EDB-FA8F-61E41FC54D5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6B0F427-4336-653C-85D0-32F27581FA05}"/>
              </a:ext>
            </a:extLst>
          </p:cNvPr>
          <p:cNvSpPr>
            <a:spLocks noGrp="1"/>
          </p:cNvSpPr>
          <p:nvPr>
            <p:ph type="dt" sz="half" idx="10"/>
          </p:nvPr>
        </p:nvSpPr>
        <p:spPr/>
        <p:txBody>
          <a:bodyPr/>
          <a:lstStyle/>
          <a:p>
            <a:fld id="{A89603F3-32BE-40D2-9B36-4E0B8A351D34}" type="datetimeFigureOut">
              <a:rPr lang="zh-CN" altLang="en-US" smtClean="0"/>
              <a:t>2026/4/29</a:t>
            </a:fld>
            <a:endParaRPr lang="zh-CN" altLang="en-US"/>
          </a:p>
        </p:txBody>
      </p:sp>
      <p:sp>
        <p:nvSpPr>
          <p:cNvPr id="5" name="页脚占位符 4">
            <a:extLst>
              <a:ext uri="{FF2B5EF4-FFF2-40B4-BE49-F238E27FC236}">
                <a16:creationId xmlns:a16="http://schemas.microsoft.com/office/drawing/2014/main" id="{CF87B275-37C3-524C-C9E3-7A327C76544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842A197-CE8B-C7C8-FCE1-54F7A42EB842}"/>
              </a:ext>
            </a:extLst>
          </p:cNvPr>
          <p:cNvSpPr>
            <a:spLocks noGrp="1"/>
          </p:cNvSpPr>
          <p:nvPr>
            <p:ph type="sldNum" sz="quarter" idx="12"/>
          </p:nvPr>
        </p:nvSpPr>
        <p:spPr/>
        <p:txBody>
          <a:bodyPr/>
          <a:lstStyle/>
          <a:p>
            <a:fld id="{2FA53790-4812-4B8F-96BA-FC288E1E565F}" type="slidenum">
              <a:rPr lang="zh-CN" altLang="en-US" smtClean="0"/>
              <a:t>‹#›</a:t>
            </a:fld>
            <a:endParaRPr lang="zh-CN" altLang="en-US"/>
          </a:p>
        </p:txBody>
      </p:sp>
    </p:spTree>
    <p:extLst>
      <p:ext uri="{BB962C8B-B14F-4D97-AF65-F5344CB8AC3E}">
        <p14:creationId xmlns:p14="http://schemas.microsoft.com/office/powerpoint/2010/main" val="2425225490"/>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14A5EA7-C388-23BE-7ED3-052E3251236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49C834B-45DC-18F6-BA5F-FE194174A26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F17B93E-003F-2C5B-EAE9-749A6AFECECF}"/>
              </a:ext>
            </a:extLst>
          </p:cNvPr>
          <p:cNvSpPr>
            <a:spLocks noGrp="1"/>
          </p:cNvSpPr>
          <p:nvPr>
            <p:ph type="dt" sz="half" idx="10"/>
          </p:nvPr>
        </p:nvSpPr>
        <p:spPr/>
        <p:txBody>
          <a:bodyPr/>
          <a:lstStyle/>
          <a:p>
            <a:fld id="{A89603F3-32BE-40D2-9B36-4E0B8A351D34}" type="datetimeFigureOut">
              <a:rPr lang="zh-CN" altLang="en-US" smtClean="0"/>
              <a:t>2026/4/29</a:t>
            </a:fld>
            <a:endParaRPr lang="zh-CN" altLang="en-US"/>
          </a:p>
        </p:txBody>
      </p:sp>
      <p:sp>
        <p:nvSpPr>
          <p:cNvPr id="5" name="页脚占位符 4">
            <a:extLst>
              <a:ext uri="{FF2B5EF4-FFF2-40B4-BE49-F238E27FC236}">
                <a16:creationId xmlns:a16="http://schemas.microsoft.com/office/drawing/2014/main" id="{2A3F2FE1-8F5E-F099-2568-17377426B03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DB1FF1C-B056-A8CB-9915-849423C9A8EB}"/>
              </a:ext>
            </a:extLst>
          </p:cNvPr>
          <p:cNvSpPr>
            <a:spLocks noGrp="1"/>
          </p:cNvSpPr>
          <p:nvPr>
            <p:ph type="sldNum" sz="quarter" idx="12"/>
          </p:nvPr>
        </p:nvSpPr>
        <p:spPr/>
        <p:txBody>
          <a:bodyPr/>
          <a:lstStyle/>
          <a:p>
            <a:fld id="{2FA53790-4812-4B8F-96BA-FC288E1E565F}" type="slidenum">
              <a:rPr lang="zh-CN" altLang="en-US" smtClean="0"/>
              <a:t>‹#›</a:t>
            </a:fld>
            <a:endParaRPr lang="zh-CN" altLang="en-US"/>
          </a:p>
        </p:txBody>
      </p:sp>
    </p:spTree>
    <p:extLst>
      <p:ext uri="{BB962C8B-B14F-4D97-AF65-F5344CB8AC3E}">
        <p14:creationId xmlns:p14="http://schemas.microsoft.com/office/powerpoint/2010/main" val="1867184856"/>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094C1A8-E6DC-892F-DF90-E0FC4033C0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CD57992-A509-6155-D77D-5B8E049635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67CDAA8-90E1-A04E-53FD-46ECFD5406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9603F3-32BE-40D2-9B36-4E0B8A351D34}" type="datetimeFigureOut">
              <a:rPr lang="zh-CN" altLang="en-US" smtClean="0"/>
              <a:t>2026/4/29</a:t>
            </a:fld>
            <a:endParaRPr lang="zh-CN" altLang="en-US"/>
          </a:p>
        </p:txBody>
      </p:sp>
      <p:sp>
        <p:nvSpPr>
          <p:cNvPr id="5" name="页脚占位符 4">
            <a:extLst>
              <a:ext uri="{FF2B5EF4-FFF2-40B4-BE49-F238E27FC236}">
                <a16:creationId xmlns:a16="http://schemas.microsoft.com/office/drawing/2014/main" id="{C3A6B678-3F65-E868-C552-D177B0E2AB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32EE8CA2-541A-EDA1-8401-A0F5D24BFA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FA53790-4812-4B8F-96BA-FC288E1E565F}" type="slidenum">
              <a:rPr lang="zh-CN" altLang="en-US" smtClean="0"/>
              <a:t>‹#›</a:t>
            </a:fld>
            <a:endParaRPr lang="zh-CN" altLang="en-US"/>
          </a:p>
        </p:txBody>
      </p:sp>
    </p:spTree>
    <p:extLst>
      <p:ext uri="{BB962C8B-B14F-4D97-AF65-F5344CB8AC3E}">
        <p14:creationId xmlns:p14="http://schemas.microsoft.com/office/powerpoint/2010/main" val="20927151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3.xml"/><Relationship Id="rId5" Type="http://schemas.openxmlformats.org/officeDocument/2006/relationships/image" Target="../media/image2.jp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4.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5.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0.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1.xml"/><Relationship Id="rId5" Type="http://schemas.openxmlformats.org/officeDocument/2006/relationships/image" Target="../media/image3.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15.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16.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图文框 2">
            <a:extLst>
              <a:ext uri="{FF2B5EF4-FFF2-40B4-BE49-F238E27FC236}">
                <a16:creationId xmlns:a16="http://schemas.microsoft.com/office/drawing/2014/main" id="{6324F800-3079-081E-6BC4-75491B82F405}"/>
              </a:ext>
            </a:extLst>
          </p:cNvPr>
          <p:cNvSpPr/>
          <p:nvPr/>
        </p:nvSpPr>
        <p:spPr>
          <a:xfrm>
            <a:off x="164147" y="282575"/>
            <a:ext cx="11863705" cy="6403975"/>
          </a:xfrm>
          <a:prstGeom prst="frame">
            <a:avLst>
              <a:gd name="adj1" fmla="val 1196"/>
            </a:avLst>
          </a:prstGeom>
          <a:solidFill>
            <a:srgbClr val="13294B"/>
          </a:solidFill>
          <a:ln>
            <a:solidFill>
              <a:srgbClr val="13294B"/>
            </a:solidFill>
          </a:ln>
          <a:effectLst>
            <a:innerShdw blurRad="63500" dist="50800" dir="13500000">
              <a:prstClr val="black">
                <a:alpha val="50000"/>
              </a:prstClr>
            </a:inn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p:cNvSpPr txBox="1"/>
          <p:nvPr/>
        </p:nvSpPr>
        <p:spPr>
          <a:xfrm>
            <a:off x="286774" y="1428977"/>
            <a:ext cx="11617176" cy="1569660"/>
          </a:xfrm>
          <a:prstGeom prst="rect">
            <a:avLst/>
          </a:prstGeom>
          <a:noFill/>
        </p:spPr>
        <p:txBody>
          <a:bodyPr wrap="square" lIns="91440" tIns="45720" rIns="91440" bIns="45720" rtlCol="0" anchor="t">
            <a:spAutoFit/>
          </a:bodyPr>
          <a:lstStyle/>
          <a:p>
            <a:pPr algn="ctr"/>
            <a:r>
              <a:rPr lang="en-US" altLang="zh-CN" sz="4800" b="1" dirty="0">
                <a:solidFill>
                  <a:srgbClr val="13294B"/>
                </a:solidFill>
                <a:latin typeface="Calibri"/>
                <a:ea typeface="等线"/>
                <a:cs typeface="+mj-lt"/>
              </a:rPr>
              <a:t>Evaluating Employee Communication Behaviors Using Large Language Models</a:t>
            </a:r>
          </a:p>
        </p:txBody>
      </p:sp>
      <p:sp>
        <p:nvSpPr>
          <p:cNvPr id="9" name="半闭框 8"/>
          <p:cNvSpPr/>
          <p:nvPr/>
        </p:nvSpPr>
        <p:spPr>
          <a:xfrm>
            <a:off x="163830" y="282575"/>
            <a:ext cx="3148330" cy="2355215"/>
          </a:xfrm>
          <a:prstGeom prst="halfFrame">
            <a:avLst>
              <a:gd name="adj1" fmla="val 4756"/>
              <a:gd name="adj2" fmla="val 5021"/>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10" name="半闭框 9"/>
          <p:cNvSpPr/>
          <p:nvPr>
            <p:custDataLst>
              <p:tags r:id="rId1"/>
            </p:custDataLst>
          </p:nvPr>
        </p:nvSpPr>
        <p:spPr>
          <a:xfrm rot="10800000">
            <a:off x="8357868" y="4262753"/>
            <a:ext cx="3669983" cy="2423795"/>
          </a:xfrm>
          <a:prstGeom prst="halfFrame">
            <a:avLst>
              <a:gd name="adj1" fmla="val 4659"/>
              <a:gd name="adj2" fmla="val 4349"/>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cxnSp>
        <p:nvCxnSpPr>
          <p:cNvPr id="13" name="直接连接符 12"/>
          <p:cNvCxnSpPr/>
          <p:nvPr/>
        </p:nvCxnSpPr>
        <p:spPr>
          <a:xfrm>
            <a:off x="2821937" y="3239455"/>
            <a:ext cx="6546850" cy="14605"/>
          </a:xfrm>
          <a:prstGeom prst="line">
            <a:avLst/>
          </a:prstGeom>
          <a:ln w="57150">
            <a:solidFill>
              <a:srgbClr val="FF5F05">
                <a:alpha val="81000"/>
              </a:srgbClr>
            </a:solidFill>
          </a:ln>
        </p:spPr>
        <p:style>
          <a:lnRef idx="2">
            <a:schemeClr val="accent1"/>
          </a:lnRef>
          <a:fillRef idx="0">
            <a:srgbClr val="FFFFFF"/>
          </a:fillRef>
          <a:effectRef idx="0">
            <a:srgbClr val="FFFFFF"/>
          </a:effectRef>
          <a:fontRef idx="minor">
            <a:schemeClr val="tx1"/>
          </a:fontRef>
        </p:style>
      </p:cxnSp>
      <p:pic>
        <p:nvPicPr>
          <p:cNvPr id="100" name="图片 99"/>
          <p:cNvPicPr/>
          <p:nvPr/>
        </p:nvPicPr>
        <p:blipFill>
          <a:blip r:embed="rId4"/>
          <a:stretch>
            <a:fillRect/>
          </a:stretch>
        </p:blipFill>
        <p:spPr>
          <a:xfrm>
            <a:off x="9906635" y="171450"/>
            <a:ext cx="1906270" cy="1212850"/>
          </a:xfrm>
          <a:prstGeom prst="rect">
            <a:avLst/>
          </a:prstGeom>
          <a:noFill/>
          <a:ln w="9525">
            <a:noFill/>
          </a:ln>
        </p:spPr>
      </p:pic>
      <p:sp>
        <p:nvSpPr>
          <p:cNvPr id="2" name="文本框 1">
            <a:extLst>
              <a:ext uri="{FF2B5EF4-FFF2-40B4-BE49-F238E27FC236}">
                <a16:creationId xmlns:a16="http://schemas.microsoft.com/office/drawing/2014/main" id="{5662ABEF-86D5-EC51-5434-D8FB5303E69B}"/>
              </a:ext>
            </a:extLst>
          </p:cNvPr>
          <p:cNvSpPr txBox="1"/>
          <p:nvPr/>
        </p:nvSpPr>
        <p:spPr>
          <a:xfrm>
            <a:off x="650456" y="4753918"/>
            <a:ext cx="8198971" cy="1407180"/>
          </a:xfrm>
          <a:prstGeom prst="rect">
            <a:avLst/>
          </a:prstGeom>
          <a:noFill/>
        </p:spPr>
        <p:txBody>
          <a:bodyPr wrap="square" lIns="91440" tIns="45720" rIns="91440" bIns="45720" rtlCol="0" anchor="t">
            <a:spAutoFit/>
          </a:bodyPr>
          <a:lstStyle/>
          <a:p>
            <a:pPr algn="just">
              <a:lnSpc>
                <a:spcPct val="140000"/>
              </a:lnSpc>
            </a:pPr>
            <a:r>
              <a:rPr lang="en-US" altLang="zh-CN" sz="3200" dirty="0">
                <a:solidFill>
                  <a:srgbClr val="13294B"/>
                </a:solidFill>
                <a:latin typeface="Calibri"/>
                <a:ea typeface="宋体"/>
                <a:cs typeface="Calibri"/>
              </a:rPr>
              <a:t>Team members: </a:t>
            </a:r>
            <a:r>
              <a:rPr lang="en-US" altLang="zh-CN" sz="3200" dirty="0" err="1">
                <a:solidFill>
                  <a:srgbClr val="13294B"/>
                </a:solidFill>
                <a:latin typeface="Calibri"/>
                <a:ea typeface="宋体"/>
                <a:cs typeface="Calibri"/>
              </a:rPr>
              <a:t>Yuliang</a:t>
            </a:r>
            <a:r>
              <a:rPr lang="en-US" altLang="zh-CN" sz="3200" dirty="0">
                <a:solidFill>
                  <a:srgbClr val="13294B"/>
                </a:solidFill>
                <a:latin typeface="Calibri"/>
                <a:ea typeface="宋体"/>
                <a:cs typeface="Calibri"/>
              </a:rPr>
              <a:t> Lin, Zhanchen Kang</a:t>
            </a:r>
          </a:p>
          <a:p>
            <a:pPr algn="just">
              <a:lnSpc>
                <a:spcPct val="140000"/>
              </a:lnSpc>
            </a:pPr>
            <a:r>
              <a:rPr lang="en-US" altLang="zh-CN" sz="3200" dirty="0">
                <a:solidFill>
                  <a:srgbClr val="13294B"/>
                </a:solidFill>
                <a:latin typeface="Calibri"/>
                <a:ea typeface="宋体"/>
                <a:cs typeface="Calibri"/>
              </a:rPr>
              <a:t>Date:</a:t>
            </a:r>
            <a:r>
              <a:rPr lang="zh-CN" altLang="en-US" sz="3200" dirty="0">
                <a:solidFill>
                  <a:srgbClr val="13294B"/>
                </a:solidFill>
                <a:latin typeface="Calibri"/>
                <a:ea typeface="宋体"/>
                <a:cs typeface="Calibri"/>
              </a:rPr>
              <a:t> </a:t>
            </a:r>
            <a:r>
              <a:rPr lang="en-US" altLang="zh-CN" sz="3200" dirty="0">
                <a:solidFill>
                  <a:srgbClr val="13294B"/>
                </a:solidFill>
                <a:latin typeface="Calibri"/>
                <a:ea typeface="宋体"/>
                <a:cs typeface="Calibri"/>
              </a:rPr>
              <a:t>May 1, 2026</a:t>
            </a:r>
          </a:p>
        </p:txBody>
      </p:sp>
    </p:spTree>
    <p:extLst>
      <p:ext uri="{BB962C8B-B14F-4D97-AF65-F5344CB8AC3E}">
        <p14:creationId xmlns:p14="http://schemas.microsoft.com/office/powerpoint/2010/main" val="782578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B2509-5076-FB31-D85F-67B68C587C9E}"/>
            </a:ext>
          </a:extLst>
        </p:cNvPr>
        <p:cNvGrpSpPr/>
        <p:nvPr/>
      </p:nvGrpSpPr>
      <p:grpSpPr>
        <a:xfrm>
          <a:off x="0" y="0"/>
          <a:ext cx="0" cy="0"/>
          <a:chOff x="0" y="0"/>
          <a:chExt cx="0" cy="0"/>
        </a:xfrm>
      </p:grpSpPr>
      <p:sp>
        <p:nvSpPr>
          <p:cNvPr id="3" name="图文框 2">
            <a:extLst>
              <a:ext uri="{FF2B5EF4-FFF2-40B4-BE49-F238E27FC236}">
                <a16:creationId xmlns:a16="http://schemas.microsoft.com/office/drawing/2014/main" id="{283B1ACD-A9DA-74B4-6A6C-247F53614578}"/>
              </a:ext>
            </a:extLst>
          </p:cNvPr>
          <p:cNvSpPr/>
          <p:nvPr/>
        </p:nvSpPr>
        <p:spPr>
          <a:xfrm>
            <a:off x="164147" y="282575"/>
            <a:ext cx="11863705" cy="6403975"/>
          </a:xfrm>
          <a:prstGeom prst="frame">
            <a:avLst>
              <a:gd name="adj1" fmla="val 1196"/>
            </a:avLst>
          </a:prstGeom>
          <a:solidFill>
            <a:srgbClr val="13294B"/>
          </a:solidFill>
          <a:ln>
            <a:solidFill>
              <a:srgbClr val="13294B"/>
            </a:solidFill>
          </a:ln>
          <a:effectLst>
            <a:innerShdw blurRad="63500" dist="50800" dir="13500000">
              <a:prstClr val="black">
                <a:alpha val="50000"/>
              </a:prstClr>
            </a:inn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C68C5031-BF70-3954-A293-F4D0A09E615E}"/>
              </a:ext>
            </a:extLst>
          </p:cNvPr>
          <p:cNvSpPr txBox="1"/>
          <p:nvPr/>
        </p:nvSpPr>
        <p:spPr>
          <a:xfrm>
            <a:off x="650457" y="614859"/>
            <a:ext cx="9446043" cy="769441"/>
          </a:xfrm>
          <a:prstGeom prst="rect">
            <a:avLst/>
          </a:prstGeom>
          <a:noFill/>
        </p:spPr>
        <p:txBody>
          <a:bodyPr wrap="square" lIns="91440" tIns="45720" rIns="91440" bIns="45720" rtlCol="0" anchor="t">
            <a:spAutoFit/>
          </a:bodyPr>
          <a:lstStyle/>
          <a:p>
            <a:r>
              <a:rPr lang="en-US" altLang="zh-CN" sz="4400" b="1">
                <a:solidFill>
                  <a:srgbClr val="13294B"/>
                </a:solidFill>
                <a:latin typeface="Calibri"/>
                <a:ea typeface="等线"/>
                <a:cs typeface="+mj-lt"/>
              </a:rPr>
              <a:t>Introduction</a:t>
            </a:r>
          </a:p>
        </p:txBody>
      </p:sp>
      <p:sp>
        <p:nvSpPr>
          <p:cNvPr id="9" name="半闭框 8">
            <a:extLst>
              <a:ext uri="{FF2B5EF4-FFF2-40B4-BE49-F238E27FC236}">
                <a16:creationId xmlns:a16="http://schemas.microsoft.com/office/drawing/2014/main" id="{FABC6E42-679E-42AF-86D4-4DD69F1E5A03}"/>
              </a:ext>
            </a:extLst>
          </p:cNvPr>
          <p:cNvSpPr/>
          <p:nvPr/>
        </p:nvSpPr>
        <p:spPr>
          <a:xfrm>
            <a:off x="163830" y="282575"/>
            <a:ext cx="3148330" cy="2355215"/>
          </a:xfrm>
          <a:prstGeom prst="halfFrame">
            <a:avLst>
              <a:gd name="adj1" fmla="val 4756"/>
              <a:gd name="adj2" fmla="val 5021"/>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10" name="半闭框 9">
            <a:extLst>
              <a:ext uri="{FF2B5EF4-FFF2-40B4-BE49-F238E27FC236}">
                <a16:creationId xmlns:a16="http://schemas.microsoft.com/office/drawing/2014/main" id="{A96B9633-A1E2-5AA8-4832-3B819FDE809B}"/>
              </a:ext>
            </a:extLst>
          </p:cNvPr>
          <p:cNvSpPr/>
          <p:nvPr>
            <p:custDataLst>
              <p:tags r:id="rId1"/>
            </p:custDataLst>
          </p:nvPr>
        </p:nvSpPr>
        <p:spPr>
          <a:xfrm rot="10800000">
            <a:off x="8357868" y="4262753"/>
            <a:ext cx="3669983" cy="2423795"/>
          </a:xfrm>
          <a:prstGeom prst="halfFrame">
            <a:avLst>
              <a:gd name="adj1" fmla="val 4659"/>
              <a:gd name="adj2" fmla="val 4349"/>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cxnSp>
        <p:nvCxnSpPr>
          <p:cNvPr id="13" name="直接连接符 12">
            <a:extLst>
              <a:ext uri="{FF2B5EF4-FFF2-40B4-BE49-F238E27FC236}">
                <a16:creationId xmlns:a16="http://schemas.microsoft.com/office/drawing/2014/main" id="{97E9A32A-EA1D-879A-BDE6-AD543AEA3C4F}"/>
              </a:ext>
            </a:extLst>
          </p:cNvPr>
          <p:cNvCxnSpPr/>
          <p:nvPr/>
        </p:nvCxnSpPr>
        <p:spPr>
          <a:xfrm>
            <a:off x="650457" y="1480820"/>
            <a:ext cx="6546850" cy="14605"/>
          </a:xfrm>
          <a:prstGeom prst="line">
            <a:avLst/>
          </a:prstGeom>
          <a:ln w="57150">
            <a:solidFill>
              <a:srgbClr val="FF5F05">
                <a:alpha val="81000"/>
              </a:srgbClr>
            </a:solidFill>
          </a:ln>
        </p:spPr>
        <p:style>
          <a:lnRef idx="2">
            <a:schemeClr val="accent1"/>
          </a:lnRef>
          <a:fillRef idx="0">
            <a:srgbClr val="FFFFFF"/>
          </a:fillRef>
          <a:effectRef idx="0">
            <a:srgbClr val="FFFFFF"/>
          </a:effectRef>
          <a:fontRef idx="minor">
            <a:schemeClr val="tx1"/>
          </a:fontRef>
        </p:style>
      </p:cxnSp>
      <p:pic>
        <p:nvPicPr>
          <p:cNvPr id="100" name="图片 99">
            <a:extLst>
              <a:ext uri="{FF2B5EF4-FFF2-40B4-BE49-F238E27FC236}">
                <a16:creationId xmlns:a16="http://schemas.microsoft.com/office/drawing/2014/main" id="{8F32CB7E-920D-CE37-5D4F-4D3215601E4F}"/>
              </a:ext>
            </a:extLst>
          </p:cNvPr>
          <p:cNvPicPr/>
          <p:nvPr/>
        </p:nvPicPr>
        <p:blipFill>
          <a:blip r:embed="rId4"/>
          <a:stretch>
            <a:fillRect/>
          </a:stretch>
        </p:blipFill>
        <p:spPr>
          <a:xfrm>
            <a:off x="9906635" y="171450"/>
            <a:ext cx="1906270" cy="1212850"/>
          </a:xfrm>
          <a:prstGeom prst="rect">
            <a:avLst/>
          </a:prstGeom>
          <a:noFill/>
          <a:ln w="9525">
            <a:noFill/>
          </a:ln>
        </p:spPr>
      </p:pic>
      <p:sp>
        <p:nvSpPr>
          <p:cNvPr id="5" name="文本框 4">
            <a:extLst>
              <a:ext uri="{FF2B5EF4-FFF2-40B4-BE49-F238E27FC236}">
                <a16:creationId xmlns:a16="http://schemas.microsoft.com/office/drawing/2014/main" id="{0D41C318-E9AB-C995-202D-5FAC48EC659D}"/>
              </a:ext>
            </a:extLst>
          </p:cNvPr>
          <p:cNvSpPr txBox="1"/>
          <p:nvPr/>
        </p:nvSpPr>
        <p:spPr>
          <a:xfrm>
            <a:off x="613543" y="1741049"/>
            <a:ext cx="10964912" cy="3693319"/>
          </a:xfrm>
          <a:prstGeom prst="rect">
            <a:avLst/>
          </a:prstGeom>
          <a:noFill/>
        </p:spPr>
        <p:txBody>
          <a:bodyPr wrap="square" lIns="91440" tIns="45720" rIns="91440" bIns="45720" rtlCol="0" anchor="t">
            <a:spAutoFit/>
          </a:bodyPr>
          <a:lstStyle/>
          <a:p>
            <a:pPr marL="457200" indent="-457200">
              <a:spcAft>
                <a:spcPts val="600"/>
              </a:spcAft>
              <a:buFont typeface="Arial" panose="020B0604020202020204" pitchFamily="34" charset="0"/>
              <a:buChar char="•"/>
            </a:pPr>
            <a:r>
              <a:rPr lang="en-US" altLang="zh-CN" sz="3200" b="1" dirty="0">
                <a:solidFill>
                  <a:srgbClr val="13294B"/>
                </a:solidFill>
                <a:latin typeface="Calibri"/>
                <a:ea typeface="宋体"/>
                <a:cs typeface="Calibri"/>
              </a:rPr>
              <a:t>Our team:</a:t>
            </a:r>
          </a:p>
          <a:p>
            <a:pPr>
              <a:spcAft>
                <a:spcPts val="600"/>
              </a:spcAft>
            </a:pPr>
            <a:r>
              <a:rPr lang="en-US" altLang="zh-CN" sz="3200" b="1" dirty="0">
                <a:solidFill>
                  <a:srgbClr val="13294B"/>
                </a:solidFill>
                <a:latin typeface="Calibri"/>
                <a:ea typeface="宋体"/>
                <a:cs typeface="Calibri"/>
              </a:rPr>
              <a:t> </a:t>
            </a:r>
          </a:p>
          <a:p>
            <a:pPr marL="457200" indent="-457200">
              <a:buFont typeface="Arial" panose="020B0604020202020204" pitchFamily="34" charset="0"/>
              <a:buChar char="•"/>
            </a:pPr>
            <a:r>
              <a:rPr lang="en-US" altLang="zh-CN" sz="3200" b="1" dirty="0">
                <a:solidFill>
                  <a:srgbClr val="13294B"/>
                </a:solidFill>
                <a:latin typeface="Calibri"/>
                <a:ea typeface="宋体"/>
                <a:cs typeface="Calibri"/>
              </a:rPr>
              <a:t>Background:</a:t>
            </a:r>
          </a:p>
          <a:p>
            <a:pPr marL="914400" lvl="1" indent="-457200">
              <a:buFont typeface="Arial" panose="020B0604020202020204" pitchFamily="34" charset="0"/>
              <a:buChar char="•"/>
            </a:pPr>
            <a:r>
              <a:rPr lang="en-US" altLang="zh-CN" sz="3200" dirty="0">
                <a:solidFill>
                  <a:srgbClr val="13294B"/>
                </a:solidFill>
                <a:latin typeface="Calibri"/>
                <a:ea typeface="宋体"/>
                <a:cs typeface="Calibri"/>
              </a:rPr>
              <a:t>Large language models (LLMs) are increasingly deployed in customer-facing service contexts, yet their sociolinguistic behavior— specifically how well they calibrate empathy to a customer’s emotional state—remains largely unevaluated.</a:t>
            </a:r>
          </a:p>
        </p:txBody>
      </p:sp>
      <p:graphicFrame>
        <p:nvGraphicFramePr>
          <p:cNvPr id="6" name="表格 5">
            <a:extLst>
              <a:ext uri="{FF2B5EF4-FFF2-40B4-BE49-F238E27FC236}">
                <a16:creationId xmlns:a16="http://schemas.microsoft.com/office/drawing/2014/main" id="{367AA635-E56E-F1B1-0E8F-881B51EB4A85}"/>
              </a:ext>
            </a:extLst>
          </p:cNvPr>
          <p:cNvGraphicFramePr>
            <a:graphicFrameLocks noGrp="1"/>
          </p:cNvGraphicFramePr>
          <p:nvPr>
            <p:extLst>
              <p:ext uri="{D42A27DB-BD31-4B8C-83A1-F6EECF244321}">
                <p14:modId xmlns:p14="http://schemas.microsoft.com/office/powerpoint/2010/main" val="1183900994"/>
              </p:ext>
            </p:extLst>
          </p:nvPr>
        </p:nvGraphicFramePr>
        <p:xfrm>
          <a:off x="3218376" y="1743076"/>
          <a:ext cx="9170561" cy="1158240"/>
        </p:xfrm>
        <a:graphic>
          <a:graphicData uri="http://schemas.openxmlformats.org/drawingml/2006/table">
            <a:tbl>
              <a:tblPr>
                <a:tableStyleId>{5C22544A-7EE6-4342-B048-85BDC9FD1C3A}</a:tableStyleId>
              </a:tblPr>
              <a:tblGrid>
                <a:gridCol w="3172169">
                  <a:extLst>
                    <a:ext uri="{9D8B030D-6E8A-4147-A177-3AD203B41FA5}">
                      <a16:colId xmlns:a16="http://schemas.microsoft.com/office/drawing/2014/main" val="4067647585"/>
                    </a:ext>
                  </a:extLst>
                </a:gridCol>
                <a:gridCol w="5998392">
                  <a:extLst>
                    <a:ext uri="{9D8B030D-6E8A-4147-A177-3AD203B41FA5}">
                      <a16:colId xmlns:a16="http://schemas.microsoft.com/office/drawing/2014/main" val="3390691590"/>
                    </a:ext>
                  </a:extLst>
                </a:gridCol>
              </a:tblGrid>
              <a:tr h="0">
                <a:tc>
                  <a:txBody>
                    <a:bodyPr/>
                    <a:lstStyle/>
                    <a:p>
                      <a:r>
                        <a:rPr lang="en-US" altLang="zh-CN" sz="3200" dirty="0" err="1">
                          <a:solidFill>
                            <a:srgbClr val="13294B"/>
                          </a:solidFill>
                          <a:latin typeface="Calibri"/>
                          <a:ea typeface="宋体"/>
                          <a:cs typeface="Calibri"/>
                        </a:rPr>
                        <a:t>Yuliang</a:t>
                      </a:r>
                      <a:r>
                        <a:rPr lang="en-US" altLang="zh-CN" sz="3200" dirty="0">
                          <a:solidFill>
                            <a:srgbClr val="13294B"/>
                          </a:solidFill>
                          <a:latin typeface="Calibri"/>
                          <a:ea typeface="宋体"/>
                          <a:cs typeface="Calibri"/>
                        </a:rPr>
                        <a:t> Lin</a:t>
                      </a:r>
                      <a:endParaRPr lang="zh-CN" altLang="en-US" sz="3200" kern="1200" dirty="0">
                        <a:solidFill>
                          <a:srgbClr val="13294B"/>
                        </a:solidFill>
                        <a:latin typeface="Calibri"/>
                        <a:ea typeface="等线"/>
                        <a:cs typeface="+mj-l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200" kern="1200" dirty="0">
                          <a:solidFill>
                            <a:srgbClr val="13294B"/>
                          </a:solidFill>
                          <a:latin typeface="Calibri"/>
                          <a:ea typeface="等线"/>
                          <a:cs typeface="+mj-lt"/>
                        </a:rPr>
                        <a:t>MSIM Program</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70580540"/>
                  </a:ext>
                </a:extLst>
              </a:tr>
              <a:tr h="370840">
                <a:tc>
                  <a:txBody>
                    <a:bodyPr/>
                    <a:lstStyle/>
                    <a:p>
                      <a:r>
                        <a:rPr lang="en-US" altLang="zh-CN" sz="3200" kern="1200" dirty="0">
                          <a:solidFill>
                            <a:srgbClr val="13294B"/>
                          </a:solidFill>
                          <a:latin typeface="Calibri"/>
                          <a:ea typeface="等线"/>
                          <a:cs typeface="+mj-lt"/>
                        </a:rPr>
                        <a:t>Zhanchen Kang</a:t>
                      </a:r>
                      <a:endParaRPr lang="zh-CN" altLang="en-US" sz="3200" kern="1200" dirty="0">
                        <a:solidFill>
                          <a:srgbClr val="13294B"/>
                        </a:solidFill>
                        <a:latin typeface="Calibri"/>
                        <a:ea typeface="等线"/>
                        <a:cs typeface="+mj-l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3200" kern="1200" dirty="0">
                          <a:solidFill>
                            <a:srgbClr val="13294B"/>
                          </a:solidFill>
                          <a:latin typeface="Calibri"/>
                          <a:ea typeface="等线"/>
                          <a:cs typeface="+mj-lt"/>
                        </a:rPr>
                        <a:t>MSIM Program</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87392721"/>
                  </a:ext>
                </a:extLst>
              </a:tr>
            </a:tbl>
          </a:graphicData>
        </a:graphic>
      </p:graphicFrame>
    </p:spTree>
    <p:extLst>
      <p:ext uri="{BB962C8B-B14F-4D97-AF65-F5344CB8AC3E}">
        <p14:creationId xmlns:p14="http://schemas.microsoft.com/office/powerpoint/2010/main" val="2208468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CAE9D-349C-8D29-97B8-45694169D71D}"/>
            </a:ext>
          </a:extLst>
        </p:cNvPr>
        <p:cNvGrpSpPr/>
        <p:nvPr/>
      </p:nvGrpSpPr>
      <p:grpSpPr>
        <a:xfrm>
          <a:off x="0" y="0"/>
          <a:ext cx="0" cy="0"/>
          <a:chOff x="0" y="0"/>
          <a:chExt cx="0" cy="0"/>
        </a:xfrm>
      </p:grpSpPr>
      <p:sp>
        <p:nvSpPr>
          <p:cNvPr id="3" name="图文框 2">
            <a:extLst>
              <a:ext uri="{FF2B5EF4-FFF2-40B4-BE49-F238E27FC236}">
                <a16:creationId xmlns:a16="http://schemas.microsoft.com/office/drawing/2014/main" id="{685D7C8E-817E-F563-219D-B815CCCAE039}"/>
              </a:ext>
            </a:extLst>
          </p:cNvPr>
          <p:cNvSpPr/>
          <p:nvPr/>
        </p:nvSpPr>
        <p:spPr>
          <a:xfrm>
            <a:off x="164147" y="282575"/>
            <a:ext cx="11863705" cy="6403975"/>
          </a:xfrm>
          <a:prstGeom prst="frame">
            <a:avLst>
              <a:gd name="adj1" fmla="val 1196"/>
            </a:avLst>
          </a:prstGeom>
          <a:solidFill>
            <a:srgbClr val="13294B"/>
          </a:solidFill>
          <a:ln>
            <a:solidFill>
              <a:srgbClr val="13294B"/>
            </a:solidFill>
          </a:ln>
          <a:effectLst>
            <a:innerShdw blurRad="63500" dist="50800" dir="13500000">
              <a:prstClr val="black">
                <a:alpha val="50000"/>
              </a:prstClr>
            </a:inn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E1E581F1-1B4E-5233-3881-67F0423276DD}"/>
              </a:ext>
            </a:extLst>
          </p:cNvPr>
          <p:cNvSpPr txBox="1"/>
          <p:nvPr/>
        </p:nvSpPr>
        <p:spPr>
          <a:xfrm>
            <a:off x="650457" y="614859"/>
            <a:ext cx="9446043" cy="769441"/>
          </a:xfrm>
          <a:prstGeom prst="rect">
            <a:avLst/>
          </a:prstGeom>
          <a:noFill/>
        </p:spPr>
        <p:txBody>
          <a:bodyPr wrap="square" lIns="91440" tIns="45720" rIns="91440" bIns="45720" rtlCol="0" anchor="t">
            <a:spAutoFit/>
          </a:bodyPr>
          <a:lstStyle/>
          <a:p>
            <a:r>
              <a:rPr lang="en-US" altLang="zh-CN" sz="4400" b="1" dirty="0">
                <a:solidFill>
                  <a:srgbClr val="13294B"/>
                </a:solidFill>
                <a:latin typeface="Calibri"/>
                <a:ea typeface="等线"/>
                <a:cs typeface="+mj-lt"/>
              </a:rPr>
              <a:t>Research Question</a:t>
            </a:r>
          </a:p>
        </p:txBody>
      </p:sp>
      <p:sp>
        <p:nvSpPr>
          <p:cNvPr id="9" name="半闭框 8">
            <a:extLst>
              <a:ext uri="{FF2B5EF4-FFF2-40B4-BE49-F238E27FC236}">
                <a16:creationId xmlns:a16="http://schemas.microsoft.com/office/drawing/2014/main" id="{86571FCB-A371-3723-B078-6158F6C766C2}"/>
              </a:ext>
            </a:extLst>
          </p:cNvPr>
          <p:cNvSpPr/>
          <p:nvPr/>
        </p:nvSpPr>
        <p:spPr>
          <a:xfrm>
            <a:off x="163830" y="282575"/>
            <a:ext cx="3148330" cy="2355215"/>
          </a:xfrm>
          <a:prstGeom prst="halfFrame">
            <a:avLst>
              <a:gd name="adj1" fmla="val 4756"/>
              <a:gd name="adj2" fmla="val 5021"/>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10" name="半闭框 9">
            <a:extLst>
              <a:ext uri="{FF2B5EF4-FFF2-40B4-BE49-F238E27FC236}">
                <a16:creationId xmlns:a16="http://schemas.microsoft.com/office/drawing/2014/main" id="{839E0284-D281-0F11-E08C-21A49FA2B942}"/>
              </a:ext>
            </a:extLst>
          </p:cNvPr>
          <p:cNvSpPr/>
          <p:nvPr>
            <p:custDataLst>
              <p:tags r:id="rId1"/>
            </p:custDataLst>
          </p:nvPr>
        </p:nvSpPr>
        <p:spPr>
          <a:xfrm rot="10800000">
            <a:off x="8357868" y="4262753"/>
            <a:ext cx="3669983" cy="2423795"/>
          </a:xfrm>
          <a:prstGeom prst="halfFrame">
            <a:avLst>
              <a:gd name="adj1" fmla="val 4659"/>
              <a:gd name="adj2" fmla="val 4349"/>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cxnSp>
        <p:nvCxnSpPr>
          <p:cNvPr id="13" name="直接连接符 12">
            <a:extLst>
              <a:ext uri="{FF2B5EF4-FFF2-40B4-BE49-F238E27FC236}">
                <a16:creationId xmlns:a16="http://schemas.microsoft.com/office/drawing/2014/main" id="{1C533638-ED2B-C619-B532-12760C01B352}"/>
              </a:ext>
            </a:extLst>
          </p:cNvPr>
          <p:cNvCxnSpPr/>
          <p:nvPr/>
        </p:nvCxnSpPr>
        <p:spPr>
          <a:xfrm>
            <a:off x="650457" y="1480820"/>
            <a:ext cx="6546850" cy="14605"/>
          </a:xfrm>
          <a:prstGeom prst="line">
            <a:avLst/>
          </a:prstGeom>
          <a:ln w="57150">
            <a:solidFill>
              <a:srgbClr val="FF5F05">
                <a:alpha val="81000"/>
              </a:srgbClr>
            </a:solidFill>
          </a:ln>
        </p:spPr>
        <p:style>
          <a:lnRef idx="2">
            <a:schemeClr val="accent1"/>
          </a:lnRef>
          <a:fillRef idx="0">
            <a:srgbClr val="FFFFFF"/>
          </a:fillRef>
          <a:effectRef idx="0">
            <a:srgbClr val="FFFFFF"/>
          </a:effectRef>
          <a:fontRef idx="minor">
            <a:schemeClr val="tx1"/>
          </a:fontRef>
        </p:style>
      </p:cxnSp>
      <p:pic>
        <p:nvPicPr>
          <p:cNvPr id="100" name="图片 99">
            <a:extLst>
              <a:ext uri="{FF2B5EF4-FFF2-40B4-BE49-F238E27FC236}">
                <a16:creationId xmlns:a16="http://schemas.microsoft.com/office/drawing/2014/main" id="{64A3B441-0C5C-103B-36DF-98D7E0A6D3A6}"/>
              </a:ext>
            </a:extLst>
          </p:cNvPr>
          <p:cNvPicPr/>
          <p:nvPr/>
        </p:nvPicPr>
        <p:blipFill>
          <a:blip r:embed="rId4"/>
          <a:stretch>
            <a:fillRect/>
          </a:stretch>
        </p:blipFill>
        <p:spPr>
          <a:xfrm>
            <a:off x="9906635" y="171450"/>
            <a:ext cx="1906270" cy="1212850"/>
          </a:xfrm>
          <a:prstGeom prst="rect">
            <a:avLst/>
          </a:prstGeom>
          <a:noFill/>
          <a:ln w="9525">
            <a:noFill/>
          </a:ln>
        </p:spPr>
      </p:pic>
      <p:sp>
        <p:nvSpPr>
          <p:cNvPr id="5" name="文本框 4">
            <a:extLst>
              <a:ext uri="{FF2B5EF4-FFF2-40B4-BE49-F238E27FC236}">
                <a16:creationId xmlns:a16="http://schemas.microsoft.com/office/drawing/2014/main" id="{8D56EAC2-1C7E-0BD3-A8C8-CE21FE5081D1}"/>
              </a:ext>
            </a:extLst>
          </p:cNvPr>
          <p:cNvSpPr txBox="1"/>
          <p:nvPr/>
        </p:nvSpPr>
        <p:spPr>
          <a:xfrm>
            <a:off x="613543" y="1741049"/>
            <a:ext cx="5719751" cy="4170372"/>
          </a:xfrm>
          <a:prstGeom prst="rect">
            <a:avLst/>
          </a:prstGeom>
          <a:noFill/>
        </p:spPr>
        <p:txBody>
          <a:bodyPr wrap="square" lIns="91440" tIns="45720" rIns="91440" bIns="45720" rtlCol="0" anchor="t">
            <a:spAutoFit/>
          </a:bodyPr>
          <a:lstStyle/>
          <a:p>
            <a:pPr marL="457200" indent="-457200">
              <a:spcAft>
                <a:spcPts val="600"/>
              </a:spcAft>
              <a:buFont typeface="Arial" panose="020B0604020202020204" pitchFamily="34" charset="0"/>
              <a:buChar char="•"/>
            </a:pPr>
            <a:r>
              <a:rPr lang="en-US" altLang="zh-CN" sz="3200" b="1" dirty="0">
                <a:solidFill>
                  <a:srgbClr val="13294B"/>
                </a:solidFill>
                <a:latin typeface="Calibri"/>
                <a:ea typeface="宋体"/>
                <a:cs typeface="Calibri"/>
              </a:rPr>
              <a:t>Have you ever gone through this situation?</a:t>
            </a:r>
          </a:p>
          <a:p>
            <a:pPr marL="914400" lvl="1" indent="-457200">
              <a:spcAft>
                <a:spcPts val="600"/>
              </a:spcAft>
              <a:buFont typeface="Arial" panose="020B0604020202020204" pitchFamily="34" charset="0"/>
              <a:buChar char="•"/>
            </a:pPr>
            <a:r>
              <a:rPr lang="en-US" altLang="zh-CN" sz="2800" dirty="0">
                <a:solidFill>
                  <a:srgbClr val="13294B"/>
                </a:solidFill>
                <a:latin typeface="Calibri"/>
                <a:ea typeface="宋体"/>
                <a:cs typeface="Calibri"/>
              </a:rPr>
              <a:t>When you try to chat or ask an question with an AI assistance, it keeps saying “sorry” and “I don’t know”. Then, they ask you to call a customer service and redirect you to another chat bot.</a:t>
            </a:r>
          </a:p>
        </p:txBody>
      </p:sp>
      <p:pic>
        <p:nvPicPr>
          <p:cNvPr id="6" name="图片 5" descr="图形用户界面, 文本, 应用程序, 聊天或短信&#10;&#10;AI 生成的内容可能不正确。">
            <a:extLst>
              <a:ext uri="{FF2B5EF4-FFF2-40B4-BE49-F238E27FC236}">
                <a16:creationId xmlns:a16="http://schemas.microsoft.com/office/drawing/2014/main" id="{879F0E7A-A5D7-4C8E-F0B6-DBA4125AE1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95604" y="1852174"/>
            <a:ext cx="5202357" cy="4108817"/>
          </a:xfrm>
          <a:prstGeom prst="rect">
            <a:avLst/>
          </a:prstGeom>
        </p:spPr>
      </p:pic>
    </p:spTree>
    <p:extLst>
      <p:ext uri="{BB962C8B-B14F-4D97-AF65-F5344CB8AC3E}">
        <p14:creationId xmlns:p14="http://schemas.microsoft.com/office/powerpoint/2010/main" val="825763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A35A1-5778-B4EF-992B-7E0E94CA0B42}"/>
            </a:ext>
          </a:extLst>
        </p:cNvPr>
        <p:cNvGrpSpPr/>
        <p:nvPr/>
      </p:nvGrpSpPr>
      <p:grpSpPr>
        <a:xfrm>
          <a:off x="0" y="0"/>
          <a:ext cx="0" cy="0"/>
          <a:chOff x="0" y="0"/>
          <a:chExt cx="0" cy="0"/>
        </a:xfrm>
      </p:grpSpPr>
      <p:sp>
        <p:nvSpPr>
          <p:cNvPr id="3" name="图文框 2">
            <a:extLst>
              <a:ext uri="{FF2B5EF4-FFF2-40B4-BE49-F238E27FC236}">
                <a16:creationId xmlns:a16="http://schemas.microsoft.com/office/drawing/2014/main" id="{F7EE8400-517A-752C-DAE0-9F501C140119}"/>
              </a:ext>
            </a:extLst>
          </p:cNvPr>
          <p:cNvSpPr/>
          <p:nvPr/>
        </p:nvSpPr>
        <p:spPr>
          <a:xfrm>
            <a:off x="164147" y="282575"/>
            <a:ext cx="11863705" cy="6403975"/>
          </a:xfrm>
          <a:prstGeom prst="frame">
            <a:avLst>
              <a:gd name="adj1" fmla="val 1196"/>
            </a:avLst>
          </a:prstGeom>
          <a:solidFill>
            <a:srgbClr val="13294B"/>
          </a:solidFill>
          <a:ln>
            <a:solidFill>
              <a:srgbClr val="13294B"/>
            </a:solidFill>
          </a:ln>
          <a:effectLst>
            <a:innerShdw blurRad="63500" dist="50800" dir="13500000">
              <a:prstClr val="black">
                <a:alpha val="50000"/>
              </a:prstClr>
            </a:inn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1D3F4BA2-9F0E-BBBA-18C6-18EDBF20C131}"/>
              </a:ext>
            </a:extLst>
          </p:cNvPr>
          <p:cNvSpPr txBox="1"/>
          <p:nvPr/>
        </p:nvSpPr>
        <p:spPr>
          <a:xfrm>
            <a:off x="650457" y="614859"/>
            <a:ext cx="9446043" cy="769441"/>
          </a:xfrm>
          <a:prstGeom prst="rect">
            <a:avLst/>
          </a:prstGeom>
          <a:noFill/>
        </p:spPr>
        <p:txBody>
          <a:bodyPr wrap="square" lIns="91440" tIns="45720" rIns="91440" bIns="45720" rtlCol="0" anchor="t">
            <a:spAutoFit/>
          </a:bodyPr>
          <a:lstStyle/>
          <a:p>
            <a:r>
              <a:rPr lang="en-US" altLang="zh-CN" sz="4400" b="1">
                <a:solidFill>
                  <a:srgbClr val="13294B"/>
                </a:solidFill>
                <a:latin typeface="Calibri"/>
                <a:ea typeface="等线"/>
                <a:cs typeface="+mj-lt"/>
              </a:rPr>
              <a:t>Research Question</a:t>
            </a:r>
          </a:p>
        </p:txBody>
      </p:sp>
      <p:sp>
        <p:nvSpPr>
          <p:cNvPr id="9" name="半闭框 8">
            <a:extLst>
              <a:ext uri="{FF2B5EF4-FFF2-40B4-BE49-F238E27FC236}">
                <a16:creationId xmlns:a16="http://schemas.microsoft.com/office/drawing/2014/main" id="{F80FF26F-7E9E-7626-DE5B-19520869686A}"/>
              </a:ext>
            </a:extLst>
          </p:cNvPr>
          <p:cNvSpPr/>
          <p:nvPr/>
        </p:nvSpPr>
        <p:spPr>
          <a:xfrm>
            <a:off x="163830" y="282575"/>
            <a:ext cx="3148330" cy="2355215"/>
          </a:xfrm>
          <a:prstGeom prst="halfFrame">
            <a:avLst>
              <a:gd name="adj1" fmla="val 4756"/>
              <a:gd name="adj2" fmla="val 5021"/>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10" name="半闭框 9">
            <a:extLst>
              <a:ext uri="{FF2B5EF4-FFF2-40B4-BE49-F238E27FC236}">
                <a16:creationId xmlns:a16="http://schemas.microsoft.com/office/drawing/2014/main" id="{5E7DFC05-0556-27C9-3AD0-F40903155AFF}"/>
              </a:ext>
            </a:extLst>
          </p:cNvPr>
          <p:cNvSpPr/>
          <p:nvPr>
            <p:custDataLst>
              <p:tags r:id="rId1"/>
            </p:custDataLst>
          </p:nvPr>
        </p:nvSpPr>
        <p:spPr>
          <a:xfrm rot="10800000">
            <a:off x="8357868" y="4262753"/>
            <a:ext cx="3669983" cy="2423795"/>
          </a:xfrm>
          <a:prstGeom prst="halfFrame">
            <a:avLst>
              <a:gd name="adj1" fmla="val 4659"/>
              <a:gd name="adj2" fmla="val 4349"/>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cxnSp>
        <p:nvCxnSpPr>
          <p:cNvPr id="13" name="直接连接符 12">
            <a:extLst>
              <a:ext uri="{FF2B5EF4-FFF2-40B4-BE49-F238E27FC236}">
                <a16:creationId xmlns:a16="http://schemas.microsoft.com/office/drawing/2014/main" id="{6C8A3EAC-9D25-201B-2716-D5E58EB7A8E8}"/>
              </a:ext>
            </a:extLst>
          </p:cNvPr>
          <p:cNvCxnSpPr/>
          <p:nvPr/>
        </p:nvCxnSpPr>
        <p:spPr>
          <a:xfrm>
            <a:off x="650457" y="1480820"/>
            <a:ext cx="6546850" cy="14605"/>
          </a:xfrm>
          <a:prstGeom prst="line">
            <a:avLst/>
          </a:prstGeom>
          <a:ln w="57150">
            <a:solidFill>
              <a:srgbClr val="FF5F05">
                <a:alpha val="81000"/>
              </a:srgbClr>
            </a:solidFill>
          </a:ln>
        </p:spPr>
        <p:style>
          <a:lnRef idx="2">
            <a:schemeClr val="accent1"/>
          </a:lnRef>
          <a:fillRef idx="0">
            <a:srgbClr val="FFFFFF"/>
          </a:fillRef>
          <a:effectRef idx="0">
            <a:srgbClr val="FFFFFF"/>
          </a:effectRef>
          <a:fontRef idx="minor">
            <a:schemeClr val="tx1"/>
          </a:fontRef>
        </p:style>
      </p:cxnSp>
      <p:pic>
        <p:nvPicPr>
          <p:cNvPr id="100" name="图片 99">
            <a:extLst>
              <a:ext uri="{FF2B5EF4-FFF2-40B4-BE49-F238E27FC236}">
                <a16:creationId xmlns:a16="http://schemas.microsoft.com/office/drawing/2014/main" id="{D54AB51E-4E14-026B-B58D-980D99E66D24}"/>
              </a:ext>
            </a:extLst>
          </p:cNvPr>
          <p:cNvPicPr/>
          <p:nvPr/>
        </p:nvPicPr>
        <p:blipFill>
          <a:blip r:embed="rId4"/>
          <a:stretch>
            <a:fillRect/>
          </a:stretch>
        </p:blipFill>
        <p:spPr>
          <a:xfrm>
            <a:off x="9906635" y="171450"/>
            <a:ext cx="1906270" cy="1212850"/>
          </a:xfrm>
          <a:prstGeom prst="rect">
            <a:avLst/>
          </a:prstGeom>
          <a:noFill/>
          <a:ln w="9525">
            <a:noFill/>
          </a:ln>
        </p:spPr>
      </p:pic>
      <p:sp>
        <p:nvSpPr>
          <p:cNvPr id="5" name="文本框 4">
            <a:extLst>
              <a:ext uri="{FF2B5EF4-FFF2-40B4-BE49-F238E27FC236}">
                <a16:creationId xmlns:a16="http://schemas.microsoft.com/office/drawing/2014/main" id="{8DB3CBD7-6A1D-40A7-8E72-11C7AFAA332C}"/>
              </a:ext>
            </a:extLst>
          </p:cNvPr>
          <p:cNvSpPr txBox="1"/>
          <p:nvPr/>
        </p:nvSpPr>
        <p:spPr>
          <a:xfrm>
            <a:off x="613543" y="1741049"/>
            <a:ext cx="10964912" cy="3616375"/>
          </a:xfrm>
          <a:prstGeom prst="rect">
            <a:avLst/>
          </a:prstGeom>
          <a:noFill/>
        </p:spPr>
        <p:txBody>
          <a:bodyPr wrap="square" lIns="91440" tIns="45720" rIns="91440" bIns="45720" rtlCol="0" anchor="t">
            <a:spAutoFit/>
          </a:bodyPr>
          <a:lstStyle/>
          <a:p>
            <a:pPr marL="457200" indent="-457200">
              <a:spcAft>
                <a:spcPts val="600"/>
              </a:spcAft>
              <a:buFont typeface="Arial" panose="020B0604020202020204" pitchFamily="34" charset="0"/>
              <a:buChar char="•"/>
            </a:pPr>
            <a:r>
              <a:rPr lang="en-US" altLang="zh-CN" sz="3200" b="1" dirty="0">
                <a:solidFill>
                  <a:srgbClr val="13294B"/>
                </a:solidFill>
                <a:latin typeface="Calibri"/>
                <a:ea typeface="宋体"/>
                <a:cs typeface="Calibri"/>
              </a:rPr>
              <a:t> Do frontier LLMs systematically over empathize or under-empathize relative to trained human customer support agents, as measured by a calibration delta against a naturalistic behavioral benchmark?</a:t>
            </a:r>
          </a:p>
          <a:p>
            <a:pPr marL="457200" indent="-457200">
              <a:spcAft>
                <a:spcPts val="600"/>
              </a:spcAft>
              <a:buFont typeface="Arial" panose="020B0604020202020204" pitchFamily="34" charset="0"/>
              <a:buChar char="•"/>
            </a:pPr>
            <a:r>
              <a:rPr lang="en-US" altLang="zh-CN" sz="3200" b="1" dirty="0">
                <a:solidFill>
                  <a:srgbClr val="13294B"/>
                </a:solidFill>
                <a:latin typeface="Calibri"/>
                <a:ea typeface="宋体"/>
                <a:cs typeface="Calibri"/>
              </a:rPr>
              <a:t>Is this empathy miscalibration consistent across industry domains, or does it vary by context—specifically between airlines and telecom?</a:t>
            </a:r>
          </a:p>
        </p:txBody>
      </p:sp>
    </p:spTree>
    <p:extLst>
      <p:ext uri="{BB962C8B-B14F-4D97-AF65-F5344CB8AC3E}">
        <p14:creationId xmlns:p14="http://schemas.microsoft.com/office/powerpoint/2010/main" val="3351992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39558-D6D7-2F6D-241F-20C72E1C3901}"/>
            </a:ext>
          </a:extLst>
        </p:cNvPr>
        <p:cNvGrpSpPr/>
        <p:nvPr/>
      </p:nvGrpSpPr>
      <p:grpSpPr>
        <a:xfrm>
          <a:off x="0" y="0"/>
          <a:ext cx="0" cy="0"/>
          <a:chOff x="0" y="0"/>
          <a:chExt cx="0" cy="0"/>
        </a:xfrm>
      </p:grpSpPr>
      <p:sp>
        <p:nvSpPr>
          <p:cNvPr id="3" name="图文框 2">
            <a:extLst>
              <a:ext uri="{FF2B5EF4-FFF2-40B4-BE49-F238E27FC236}">
                <a16:creationId xmlns:a16="http://schemas.microsoft.com/office/drawing/2014/main" id="{7C75D02B-F965-1522-762C-F028E8E40A18}"/>
              </a:ext>
            </a:extLst>
          </p:cNvPr>
          <p:cNvSpPr/>
          <p:nvPr/>
        </p:nvSpPr>
        <p:spPr>
          <a:xfrm>
            <a:off x="164147" y="282575"/>
            <a:ext cx="11863705" cy="6403975"/>
          </a:xfrm>
          <a:prstGeom prst="frame">
            <a:avLst>
              <a:gd name="adj1" fmla="val 1196"/>
            </a:avLst>
          </a:prstGeom>
          <a:solidFill>
            <a:srgbClr val="13294B"/>
          </a:solidFill>
          <a:ln>
            <a:solidFill>
              <a:srgbClr val="13294B"/>
            </a:solidFill>
          </a:ln>
          <a:effectLst>
            <a:innerShdw blurRad="63500" dist="50800" dir="13500000">
              <a:prstClr val="black">
                <a:alpha val="50000"/>
              </a:prstClr>
            </a:inn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950A3583-6FBB-A7A0-8335-D547CE74FA2B}"/>
              </a:ext>
            </a:extLst>
          </p:cNvPr>
          <p:cNvSpPr txBox="1"/>
          <p:nvPr/>
        </p:nvSpPr>
        <p:spPr>
          <a:xfrm>
            <a:off x="650457" y="614859"/>
            <a:ext cx="9446043" cy="769441"/>
          </a:xfrm>
          <a:prstGeom prst="rect">
            <a:avLst/>
          </a:prstGeom>
          <a:noFill/>
        </p:spPr>
        <p:txBody>
          <a:bodyPr wrap="square" lIns="91440" tIns="45720" rIns="91440" bIns="45720" rtlCol="0" anchor="t">
            <a:spAutoFit/>
          </a:bodyPr>
          <a:lstStyle/>
          <a:p>
            <a:r>
              <a:rPr lang="en-US" altLang="zh-CN" sz="4400" b="1" dirty="0">
                <a:solidFill>
                  <a:srgbClr val="13294B"/>
                </a:solidFill>
                <a:latin typeface="Calibri"/>
                <a:ea typeface="等线"/>
                <a:cs typeface="+mj-lt"/>
              </a:rPr>
              <a:t>Related Work</a:t>
            </a:r>
          </a:p>
        </p:txBody>
      </p:sp>
      <p:sp>
        <p:nvSpPr>
          <p:cNvPr id="9" name="半闭框 8">
            <a:extLst>
              <a:ext uri="{FF2B5EF4-FFF2-40B4-BE49-F238E27FC236}">
                <a16:creationId xmlns:a16="http://schemas.microsoft.com/office/drawing/2014/main" id="{6955840B-04C6-A985-2FA5-B84B1F68E8B8}"/>
              </a:ext>
            </a:extLst>
          </p:cNvPr>
          <p:cNvSpPr/>
          <p:nvPr/>
        </p:nvSpPr>
        <p:spPr>
          <a:xfrm>
            <a:off x="163830" y="282575"/>
            <a:ext cx="3148330" cy="2355215"/>
          </a:xfrm>
          <a:prstGeom prst="halfFrame">
            <a:avLst>
              <a:gd name="adj1" fmla="val 4756"/>
              <a:gd name="adj2" fmla="val 5021"/>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10" name="半闭框 9">
            <a:extLst>
              <a:ext uri="{FF2B5EF4-FFF2-40B4-BE49-F238E27FC236}">
                <a16:creationId xmlns:a16="http://schemas.microsoft.com/office/drawing/2014/main" id="{E71B38FD-C561-CB1D-DE33-5CAFE6EB3875}"/>
              </a:ext>
            </a:extLst>
          </p:cNvPr>
          <p:cNvSpPr/>
          <p:nvPr>
            <p:custDataLst>
              <p:tags r:id="rId1"/>
            </p:custDataLst>
          </p:nvPr>
        </p:nvSpPr>
        <p:spPr>
          <a:xfrm rot="10800000">
            <a:off x="8357868" y="4262753"/>
            <a:ext cx="3669983" cy="2423795"/>
          </a:xfrm>
          <a:prstGeom prst="halfFrame">
            <a:avLst>
              <a:gd name="adj1" fmla="val 4659"/>
              <a:gd name="adj2" fmla="val 4349"/>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cxnSp>
        <p:nvCxnSpPr>
          <p:cNvPr id="13" name="直接连接符 12">
            <a:extLst>
              <a:ext uri="{FF2B5EF4-FFF2-40B4-BE49-F238E27FC236}">
                <a16:creationId xmlns:a16="http://schemas.microsoft.com/office/drawing/2014/main" id="{2C01279C-4772-BAA9-51D8-214FF25EA3F2}"/>
              </a:ext>
            </a:extLst>
          </p:cNvPr>
          <p:cNvCxnSpPr/>
          <p:nvPr/>
        </p:nvCxnSpPr>
        <p:spPr>
          <a:xfrm>
            <a:off x="650457" y="1480820"/>
            <a:ext cx="6546850" cy="14605"/>
          </a:xfrm>
          <a:prstGeom prst="line">
            <a:avLst/>
          </a:prstGeom>
          <a:ln w="57150">
            <a:solidFill>
              <a:srgbClr val="FF5F05">
                <a:alpha val="81000"/>
              </a:srgbClr>
            </a:solidFill>
          </a:ln>
        </p:spPr>
        <p:style>
          <a:lnRef idx="2">
            <a:schemeClr val="accent1"/>
          </a:lnRef>
          <a:fillRef idx="0">
            <a:srgbClr val="FFFFFF"/>
          </a:fillRef>
          <a:effectRef idx="0">
            <a:srgbClr val="FFFFFF"/>
          </a:effectRef>
          <a:fontRef idx="minor">
            <a:schemeClr val="tx1"/>
          </a:fontRef>
        </p:style>
      </p:cxnSp>
      <p:pic>
        <p:nvPicPr>
          <p:cNvPr id="100" name="图片 99">
            <a:extLst>
              <a:ext uri="{FF2B5EF4-FFF2-40B4-BE49-F238E27FC236}">
                <a16:creationId xmlns:a16="http://schemas.microsoft.com/office/drawing/2014/main" id="{8A9598FD-1781-C932-7821-2E27A7E8C750}"/>
              </a:ext>
            </a:extLst>
          </p:cNvPr>
          <p:cNvPicPr/>
          <p:nvPr/>
        </p:nvPicPr>
        <p:blipFill>
          <a:blip r:embed="rId4"/>
          <a:stretch>
            <a:fillRect/>
          </a:stretch>
        </p:blipFill>
        <p:spPr>
          <a:xfrm>
            <a:off x="9906635" y="171450"/>
            <a:ext cx="1906270" cy="1212850"/>
          </a:xfrm>
          <a:prstGeom prst="rect">
            <a:avLst/>
          </a:prstGeom>
          <a:noFill/>
          <a:ln w="9525">
            <a:noFill/>
          </a:ln>
        </p:spPr>
      </p:pic>
      <p:sp>
        <p:nvSpPr>
          <p:cNvPr id="5" name="文本框 4">
            <a:extLst>
              <a:ext uri="{FF2B5EF4-FFF2-40B4-BE49-F238E27FC236}">
                <a16:creationId xmlns:a16="http://schemas.microsoft.com/office/drawing/2014/main" id="{0318EC4D-82AE-CC0A-6522-170E10D354CE}"/>
              </a:ext>
            </a:extLst>
          </p:cNvPr>
          <p:cNvSpPr txBox="1"/>
          <p:nvPr/>
        </p:nvSpPr>
        <p:spPr>
          <a:xfrm>
            <a:off x="613543" y="1741049"/>
            <a:ext cx="10964912" cy="2708434"/>
          </a:xfrm>
          <a:prstGeom prst="rect">
            <a:avLst/>
          </a:prstGeom>
          <a:noFill/>
        </p:spPr>
        <p:txBody>
          <a:bodyPr wrap="square" lIns="91440" tIns="45720" rIns="91440" bIns="45720" rtlCol="0" anchor="t">
            <a:spAutoFit/>
          </a:bodyPr>
          <a:lstStyle/>
          <a:p>
            <a:pPr marL="457200" indent="-457200">
              <a:spcAft>
                <a:spcPts val="600"/>
              </a:spcAft>
              <a:buFont typeface="Arial" panose="020B0604020202020204" pitchFamily="34" charset="0"/>
              <a:buChar char="•"/>
            </a:pPr>
            <a:r>
              <a:rPr lang="en-US" altLang="zh-CN" sz="3200" dirty="0">
                <a:solidFill>
                  <a:srgbClr val="13294B"/>
                </a:solidFill>
                <a:latin typeface="Calibri"/>
                <a:ea typeface="宋体"/>
                <a:cs typeface="Calibri"/>
              </a:rPr>
              <a:t>A well-documented failure mode of RLHF-trained models is sycophancy—the </a:t>
            </a:r>
            <a:r>
              <a:rPr lang="en-US" altLang="zh-CN" sz="3200" dirty="0">
                <a:solidFill>
                  <a:srgbClr val="FF5F05"/>
                </a:solidFill>
                <a:latin typeface="Calibri"/>
                <a:ea typeface="宋体"/>
                <a:cs typeface="Calibri"/>
              </a:rPr>
              <a:t>tendency to agree with or flatter users </a:t>
            </a:r>
            <a:r>
              <a:rPr lang="en-US" altLang="zh-CN" sz="3200" dirty="0">
                <a:solidFill>
                  <a:srgbClr val="13294B"/>
                </a:solidFill>
                <a:latin typeface="Calibri"/>
                <a:ea typeface="宋体"/>
                <a:cs typeface="Calibri"/>
              </a:rPr>
              <a:t>at the expense of accuracy or appropriate restraint</a:t>
            </a:r>
          </a:p>
          <a:p>
            <a:pPr marL="457200" indent="-457200">
              <a:spcAft>
                <a:spcPts val="600"/>
              </a:spcAft>
              <a:buFont typeface="Arial" panose="020B0604020202020204" pitchFamily="34" charset="0"/>
              <a:buChar char="•"/>
            </a:pPr>
            <a:r>
              <a:rPr lang="en-US" altLang="zh-CN" sz="3200" dirty="0">
                <a:solidFill>
                  <a:srgbClr val="13294B"/>
                </a:solidFill>
                <a:latin typeface="Calibri"/>
                <a:ea typeface="宋体"/>
                <a:cs typeface="Calibri"/>
              </a:rPr>
              <a:t>The NLP empathy literature is </a:t>
            </a:r>
            <a:r>
              <a:rPr lang="en-US" altLang="zh-CN" sz="3200" dirty="0">
                <a:solidFill>
                  <a:srgbClr val="FF5F05"/>
                </a:solidFill>
                <a:latin typeface="Calibri"/>
                <a:ea typeface="宋体"/>
                <a:cs typeface="Calibri"/>
              </a:rPr>
              <a:t>growing but domain-narrow</a:t>
            </a:r>
            <a:r>
              <a:rPr lang="en-US" altLang="zh-CN" sz="3200" dirty="0">
                <a:solidFill>
                  <a:srgbClr val="13294B"/>
                </a:solidFill>
                <a:latin typeface="Calibri"/>
                <a:ea typeface="宋体"/>
                <a:cs typeface="Calibri"/>
              </a:rPr>
              <a:t>.</a:t>
            </a:r>
          </a:p>
          <a:p>
            <a:pPr marL="457200" indent="-457200">
              <a:spcAft>
                <a:spcPts val="600"/>
              </a:spcAft>
              <a:buFont typeface="Arial" panose="020B0604020202020204" pitchFamily="34" charset="0"/>
              <a:buChar char="•"/>
            </a:pPr>
            <a:endParaRPr lang="en-US" altLang="zh-CN" sz="3200" dirty="0">
              <a:solidFill>
                <a:srgbClr val="13294B"/>
              </a:solidFill>
              <a:latin typeface="Calibri"/>
              <a:ea typeface="宋体"/>
              <a:cs typeface="Calibri"/>
            </a:endParaRPr>
          </a:p>
        </p:txBody>
      </p:sp>
    </p:spTree>
    <p:extLst>
      <p:ext uri="{BB962C8B-B14F-4D97-AF65-F5344CB8AC3E}">
        <p14:creationId xmlns:p14="http://schemas.microsoft.com/office/powerpoint/2010/main" val="870060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63BEA-CE45-DB84-5E41-B5736BF5200C}"/>
            </a:ext>
          </a:extLst>
        </p:cNvPr>
        <p:cNvGrpSpPr/>
        <p:nvPr/>
      </p:nvGrpSpPr>
      <p:grpSpPr>
        <a:xfrm>
          <a:off x="0" y="0"/>
          <a:ext cx="0" cy="0"/>
          <a:chOff x="0" y="0"/>
          <a:chExt cx="0" cy="0"/>
        </a:xfrm>
      </p:grpSpPr>
      <p:sp>
        <p:nvSpPr>
          <p:cNvPr id="3" name="图文框 2">
            <a:extLst>
              <a:ext uri="{FF2B5EF4-FFF2-40B4-BE49-F238E27FC236}">
                <a16:creationId xmlns:a16="http://schemas.microsoft.com/office/drawing/2014/main" id="{0812264B-D9C6-E924-C341-96FE1A2600B0}"/>
              </a:ext>
            </a:extLst>
          </p:cNvPr>
          <p:cNvSpPr/>
          <p:nvPr/>
        </p:nvSpPr>
        <p:spPr>
          <a:xfrm>
            <a:off x="164147" y="282575"/>
            <a:ext cx="11863705" cy="6403975"/>
          </a:xfrm>
          <a:prstGeom prst="frame">
            <a:avLst>
              <a:gd name="adj1" fmla="val 1196"/>
            </a:avLst>
          </a:prstGeom>
          <a:solidFill>
            <a:srgbClr val="13294B"/>
          </a:solidFill>
          <a:ln>
            <a:solidFill>
              <a:srgbClr val="13294B"/>
            </a:solidFill>
          </a:ln>
          <a:effectLst>
            <a:innerShdw blurRad="63500" dist="50800" dir="13500000">
              <a:prstClr val="black">
                <a:alpha val="50000"/>
              </a:prstClr>
            </a:inn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4E1FAF5E-E5D1-58DE-E630-975F1655BD7A}"/>
              </a:ext>
            </a:extLst>
          </p:cNvPr>
          <p:cNvSpPr txBox="1"/>
          <p:nvPr/>
        </p:nvSpPr>
        <p:spPr>
          <a:xfrm>
            <a:off x="650457" y="614859"/>
            <a:ext cx="9446043" cy="769441"/>
          </a:xfrm>
          <a:prstGeom prst="rect">
            <a:avLst/>
          </a:prstGeom>
          <a:noFill/>
        </p:spPr>
        <p:txBody>
          <a:bodyPr wrap="square" lIns="91440" tIns="45720" rIns="91440" bIns="45720" rtlCol="0" anchor="t">
            <a:spAutoFit/>
          </a:bodyPr>
          <a:lstStyle/>
          <a:p>
            <a:r>
              <a:rPr lang="en-US" altLang="zh-CN" sz="4400" b="1" dirty="0">
                <a:solidFill>
                  <a:srgbClr val="13294B"/>
                </a:solidFill>
                <a:latin typeface="Calibri"/>
                <a:ea typeface="等线"/>
                <a:cs typeface="+mj-lt"/>
              </a:rPr>
              <a:t>Methodology</a:t>
            </a:r>
          </a:p>
        </p:txBody>
      </p:sp>
      <p:sp>
        <p:nvSpPr>
          <p:cNvPr id="9" name="半闭框 8">
            <a:extLst>
              <a:ext uri="{FF2B5EF4-FFF2-40B4-BE49-F238E27FC236}">
                <a16:creationId xmlns:a16="http://schemas.microsoft.com/office/drawing/2014/main" id="{DE8B4F3C-D273-2EDE-98AA-D6521F9CE1BA}"/>
              </a:ext>
            </a:extLst>
          </p:cNvPr>
          <p:cNvSpPr/>
          <p:nvPr/>
        </p:nvSpPr>
        <p:spPr>
          <a:xfrm>
            <a:off x="163830" y="282575"/>
            <a:ext cx="3148330" cy="2355215"/>
          </a:xfrm>
          <a:prstGeom prst="halfFrame">
            <a:avLst>
              <a:gd name="adj1" fmla="val 4756"/>
              <a:gd name="adj2" fmla="val 5021"/>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10" name="半闭框 9">
            <a:extLst>
              <a:ext uri="{FF2B5EF4-FFF2-40B4-BE49-F238E27FC236}">
                <a16:creationId xmlns:a16="http://schemas.microsoft.com/office/drawing/2014/main" id="{0B87FC49-93D6-74E5-9990-71828038361B}"/>
              </a:ext>
            </a:extLst>
          </p:cNvPr>
          <p:cNvSpPr/>
          <p:nvPr>
            <p:custDataLst>
              <p:tags r:id="rId1"/>
            </p:custDataLst>
          </p:nvPr>
        </p:nvSpPr>
        <p:spPr>
          <a:xfrm rot="10800000">
            <a:off x="8357868" y="4262753"/>
            <a:ext cx="3669983" cy="2423795"/>
          </a:xfrm>
          <a:prstGeom prst="halfFrame">
            <a:avLst>
              <a:gd name="adj1" fmla="val 4659"/>
              <a:gd name="adj2" fmla="val 4349"/>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cxnSp>
        <p:nvCxnSpPr>
          <p:cNvPr id="13" name="直接连接符 12">
            <a:extLst>
              <a:ext uri="{FF2B5EF4-FFF2-40B4-BE49-F238E27FC236}">
                <a16:creationId xmlns:a16="http://schemas.microsoft.com/office/drawing/2014/main" id="{B1B81DE7-C930-DC19-A1FD-DC4072262536}"/>
              </a:ext>
            </a:extLst>
          </p:cNvPr>
          <p:cNvCxnSpPr/>
          <p:nvPr/>
        </p:nvCxnSpPr>
        <p:spPr>
          <a:xfrm>
            <a:off x="650457" y="1480820"/>
            <a:ext cx="6546850" cy="14605"/>
          </a:xfrm>
          <a:prstGeom prst="line">
            <a:avLst/>
          </a:prstGeom>
          <a:ln w="57150">
            <a:solidFill>
              <a:srgbClr val="FF5F05">
                <a:alpha val="81000"/>
              </a:srgbClr>
            </a:solidFill>
          </a:ln>
        </p:spPr>
        <p:style>
          <a:lnRef idx="2">
            <a:schemeClr val="accent1"/>
          </a:lnRef>
          <a:fillRef idx="0">
            <a:srgbClr val="FFFFFF"/>
          </a:fillRef>
          <a:effectRef idx="0">
            <a:srgbClr val="FFFFFF"/>
          </a:effectRef>
          <a:fontRef idx="minor">
            <a:schemeClr val="tx1"/>
          </a:fontRef>
        </p:style>
      </p:cxnSp>
      <p:pic>
        <p:nvPicPr>
          <p:cNvPr id="100" name="图片 99">
            <a:extLst>
              <a:ext uri="{FF2B5EF4-FFF2-40B4-BE49-F238E27FC236}">
                <a16:creationId xmlns:a16="http://schemas.microsoft.com/office/drawing/2014/main" id="{2164D6A5-7093-4A2F-EC32-37060E4005E7}"/>
              </a:ext>
            </a:extLst>
          </p:cNvPr>
          <p:cNvPicPr/>
          <p:nvPr/>
        </p:nvPicPr>
        <p:blipFill>
          <a:blip r:embed="rId4"/>
          <a:stretch>
            <a:fillRect/>
          </a:stretch>
        </p:blipFill>
        <p:spPr>
          <a:xfrm>
            <a:off x="9906635" y="171450"/>
            <a:ext cx="1906270" cy="1212850"/>
          </a:xfrm>
          <a:prstGeom prst="rect">
            <a:avLst/>
          </a:prstGeom>
          <a:noFill/>
          <a:ln w="9525">
            <a:noFill/>
          </a:ln>
        </p:spPr>
      </p:pic>
      <p:sp>
        <p:nvSpPr>
          <p:cNvPr id="5" name="文本框 4">
            <a:extLst>
              <a:ext uri="{FF2B5EF4-FFF2-40B4-BE49-F238E27FC236}">
                <a16:creationId xmlns:a16="http://schemas.microsoft.com/office/drawing/2014/main" id="{BC80E71F-D30C-406D-4ED7-BAE015A84762}"/>
              </a:ext>
            </a:extLst>
          </p:cNvPr>
          <p:cNvSpPr txBox="1"/>
          <p:nvPr/>
        </p:nvSpPr>
        <p:spPr>
          <a:xfrm>
            <a:off x="613543" y="1741049"/>
            <a:ext cx="10964912" cy="2785378"/>
          </a:xfrm>
          <a:prstGeom prst="rect">
            <a:avLst/>
          </a:prstGeom>
          <a:noFill/>
        </p:spPr>
        <p:txBody>
          <a:bodyPr wrap="square" lIns="91440" tIns="45720" rIns="91440" bIns="45720" rtlCol="0" anchor="t">
            <a:spAutoFit/>
          </a:bodyPr>
          <a:lstStyle/>
          <a:p>
            <a:pPr marL="457200" indent="-457200">
              <a:spcAft>
                <a:spcPts val="600"/>
              </a:spcAft>
              <a:buFont typeface="Arial" panose="020B0604020202020204" pitchFamily="34" charset="0"/>
              <a:buChar char="•"/>
            </a:pPr>
            <a:r>
              <a:rPr lang="en-US" altLang="zh-CN" sz="3200" dirty="0">
                <a:solidFill>
                  <a:srgbClr val="13294B"/>
                </a:solidFill>
                <a:latin typeface="Calibri"/>
                <a:ea typeface="宋体"/>
                <a:cs typeface="Calibri"/>
              </a:rPr>
              <a:t>The study follows a three-phase empirical design: </a:t>
            </a:r>
          </a:p>
          <a:p>
            <a:pPr marL="457200" indent="-457200">
              <a:spcAft>
                <a:spcPts val="600"/>
              </a:spcAft>
              <a:buFont typeface="Arial" panose="020B0604020202020204" pitchFamily="34" charset="0"/>
              <a:buChar char="•"/>
            </a:pPr>
            <a:r>
              <a:rPr lang="en-US" altLang="zh-CN" sz="3200" dirty="0">
                <a:solidFill>
                  <a:srgbClr val="13294B"/>
                </a:solidFill>
                <a:latin typeface="Calibri"/>
                <a:ea typeface="宋体"/>
                <a:cs typeface="Calibri"/>
              </a:rPr>
              <a:t>(1) benchmark construction from real conversational data </a:t>
            </a:r>
          </a:p>
          <a:p>
            <a:pPr marL="457200" indent="-457200">
              <a:spcAft>
                <a:spcPts val="600"/>
              </a:spcAft>
              <a:buFont typeface="Arial" panose="020B0604020202020204" pitchFamily="34" charset="0"/>
              <a:buChar char="•"/>
            </a:pPr>
            <a:r>
              <a:rPr lang="en-US" altLang="zh-CN" sz="3200" dirty="0">
                <a:solidFill>
                  <a:srgbClr val="13294B"/>
                </a:solidFill>
                <a:latin typeface="Calibri"/>
                <a:ea typeface="宋体"/>
                <a:cs typeface="Calibri"/>
              </a:rPr>
              <a:t>(2) LLM response generation under a neutral prompt </a:t>
            </a:r>
          </a:p>
          <a:p>
            <a:pPr marL="457200" indent="-457200">
              <a:spcAft>
                <a:spcPts val="600"/>
              </a:spcAft>
              <a:buFont typeface="Arial" panose="020B0604020202020204" pitchFamily="34" charset="0"/>
              <a:buChar char="•"/>
            </a:pPr>
            <a:r>
              <a:rPr lang="en-US" altLang="zh-CN" sz="3200" dirty="0">
                <a:solidFill>
                  <a:srgbClr val="13294B"/>
                </a:solidFill>
                <a:latin typeface="Calibri"/>
                <a:ea typeface="宋体"/>
                <a:cs typeface="Calibri"/>
              </a:rPr>
              <a:t>(3) calibration scoring and statistical comparison. No model training is required.</a:t>
            </a:r>
          </a:p>
        </p:txBody>
      </p:sp>
    </p:spTree>
    <p:extLst>
      <p:ext uri="{BB962C8B-B14F-4D97-AF65-F5344CB8AC3E}">
        <p14:creationId xmlns:p14="http://schemas.microsoft.com/office/powerpoint/2010/main" val="27675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EB2FA-71CB-7CC3-617A-0756BAF9FBD9}"/>
            </a:ext>
          </a:extLst>
        </p:cNvPr>
        <p:cNvGrpSpPr/>
        <p:nvPr/>
      </p:nvGrpSpPr>
      <p:grpSpPr>
        <a:xfrm>
          <a:off x="0" y="0"/>
          <a:ext cx="0" cy="0"/>
          <a:chOff x="0" y="0"/>
          <a:chExt cx="0" cy="0"/>
        </a:xfrm>
      </p:grpSpPr>
      <p:sp>
        <p:nvSpPr>
          <p:cNvPr id="3" name="图文框 2">
            <a:extLst>
              <a:ext uri="{FF2B5EF4-FFF2-40B4-BE49-F238E27FC236}">
                <a16:creationId xmlns:a16="http://schemas.microsoft.com/office/drawing/2014/main" id="{201F503E-A7C3-0308-BBE4-5CB31D39511D}"/>
              </a:ext>
            </a:extLst>
          </p:cNvPr>
          <p:cNvSpPr/>
          <p:nvPr/>
        </p:nvSpPr>
        <p:spPr>
          <a:xfrm>
            <a:off x="164147" y="282575"/>
            <a:ext cx="11863705" cy="6403975"/>
          </a:xfrm>
          <a:prstGeom prst="frame">
            <a:avLst>
              <a:gd name="adj1" fmla="val 1196"/>
            </a:avLst>
          </a:prstGeom>
          <a:solidFill>
            <a:srgbClr val="13294B"/>
          </a:solidFill>
          <a:ln>
            <a:solidFill>
              <a:srgbClr val="13294B"/>
            </a:solidFill>
          </a:ln>
          <a:effectLst>
            <a:innerShdw blurRad="63500" dist="50800" dir="13500000">
              <a:prstClr val="black">
                <a:alpha val="50000"/>
              </a:prstClr>
            </a:inn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2C9065AB-CCA6-80EE-D2DD-7806C81862EE}"/>
              </a:ext>
            </a:extLst>
          </p:cNvPr>
          <p:cNvSpPr txBox="1"/>
          <p:nvPr/>
        </p:nvSpPr>
        <p:spPr>
          <a:xfrm>
            <a:off x="650457" y="614859"/>
            <a:ext cx="9446043" cy="769441"/>
          </a:xfrm>
          <a:prstGeom prst="rect">
            <a:avLst/>
          </a:prstGeom>
          <a:noFill/>
        </p:spPr>
        <p:txBody>
          <a:bodyPr wrap="square" lIns="91440" tIns="45720" rIns="91440" bIns="45720" rtlCol="0" anchor="t">
            <a:spAutoFit/>
          </a:bodyPr>
          <a:lstStyle/>
          <a:p>
            <a:r>
              <a:rPr lang="en-US" altLang="zh-CN" sz="4400" b="1" dirty="0">
                <a:solidFill>
                  <a:srgbClr val="13294B"/>
                </a:solidFill>
                <a:latin typeface="Calibri"/>
                <a:ea typeface="等线"/>
                <a:cs typeface="+mj-lt"/>
              </a:rPr>
              <a:t>Benchmark Construction</a:t>
            </a:r>
          </a:p>
        </p:txBody>
      </p:sp>
      <p:sp>
        <p:nvSpPr>
          <p:cNvPr id="9" name="半闭框 8">
            <a:extLst>
              <a:ext uri="{FF2B5EF4-FFF2-40B4-BE49-F238E27FC236}">
                <a16:creationId xmlns:a16="http://schemas.microsoft.com/office/drawing/2014/main" id="{190B758D-ECB1-D3CC-5B26-26D8ACBCFF3D}"/>
              </a:ext>
            </a:extLst>
          </p:cNvPr>
          <p:cNvSpPr/>
          <p:nvPr/>
        </p:nvSpPr>
        <p:spPr>
          <a:xfrm>
            <a:off x="163830" y="282575"/>
            <a:ext cx="3148330" cy="2355215"/>
          </a:xfrm>
          <a:prstGeom prst="halfFrame">
            <a:avLst>
              <a:gd name="adj1" fmla="val 4756"/>
              <a:gd name="adj2" fmla="val 5021"/>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10" name="半闭框 9">
            <a:extLst>
              <a:ext uri="{FF2B5EF4-FFF2-40B4-BE49-F238E27FC236}">
                <a16:creationId xmlns:a16="http://schemas.microsoft.com/office/drawing/2014/main" id="{0C9B3BA3-CCD5-E37F-2B81-5F87A00615FF}"/>
              </a:ext>
            </a:extLst>
          </p:cNvPr>
          <p:cNvSpPr/>
          <p:nvPr>
            <p:custDataLst>
              <p:tags r:id="rId1"/>
            </p:custDataLst>
          </p:nvPr>
        </p:nvSpPr>
        <p:spPr>
          <a:xfrm rot="10800000">
            <a:off x="8357868" y="4262753"/>
            <a:ext cx="3669983" cy="2423795"/>
          </a:xfrm>
          <a:prstGeom prst="halfFrame">
            <a:avLst>
              <a:gd name="adj1" fmla="val 4659"/>
              <a:gd name="adj2" fmla="val 4349"/>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cxnSp>
        <p:nvCxnSpPr>
          <p:cNvPr id="13" name="直接连接符 12">
            <a:extLst>
              <a:ext uri="{FF2B5EF4-FFF2-40B4-BE49-F238E27FC236}">
                <a16:creationId xmlns:a16="http://schemas.microsoft.com/office/drawing/2014/main" id="{47C89FF1-8B41-A5C5-E272-06A6470B7963}"/>
              </a:ext>
            </a:extLst>
          </p:cNvPr>
          <p:cNvCxnSpPr/>
          <p:nvPr/>
        </p:nvCxnSpPr>
        <p:spPr>
          <a:xfrm>
            <a:off x="650457" y="1480820"/>
            <a:ext cx="6546850" cy="14605"/>
          </a:xfrm>
          <a:prstGeom prst="line">
            <a:avLst/>
          </a:prstGeom>
          <a:ln w="57150">
            <a:solidFill>
              <a:srgbClr val="FF5F05">
                <a:alpha val="81000"/>
              </a:srgbClr>
            </a:solidFill>
          </a:ln>
        </p:spPr>
        <p:style>
          <a:lnRef idx="2">
            <a:schemeClr val="accent1"/>
          </a:lnRef>
          <a:fillRef idx="0">
            <a:srgbClr val="FFFFFF"/>
          </a:fillRef>
          <a:effectRef idx="0">
            <a:srgbClr val="FFFFFF"/>
          </a:effectRef>
          <a:fontRef idx="minor">
            <a:schemeClr val="tx1"/>
          </a:fontRef>
        </p:style>
      </p:cxnSp>
      <p:pic>
        <p:nvPicPr>
          <p:cNvPr id="100" name="图片 99">
            <a:extLst>
              <a:ext uri="{FF2B5EF4-FFF2-40B4-BE49-F238E27FC236}">
                <a16:creationId xmlns:a16="http://schemas.microsoft.com/office/drawing/2014/main" id="{D7FD82C7-58EE-7386-FA2F-2C5B67B31545}"/>
              </a:ext>
            </a:extLst>
          </p:cNvPr>
          <p:cNvPicPr/>
          <p:nvPr/>
        </p:nvPicPr>
        <p:blipFill>
          <a:blip r:embed="rId4"/>
          <a:stretch>
            <a:fillRect/>
          </a:stretch>
        </p:blipFill>
        <p:spPr>
          <a:xfrm>
            <a:off x="9906635" y="171450"/>
            <a:ext cx="1906270" cy="1212850"/>
          </a:xfrm>
          <a:prstGeom prst="rect">
            <a:avLst/>
          </a:prstGeom>
          <a:noFill/>
          <a:ln w="9525">
            <a:noFill/>
          </a:ln>
        </p:spPr>
      </p:pic>
      <p:sp>
        <p:nvSpPr>
          <p:cNvPr id="5" name="文本框 4">
            <a:extLst>
              <a:ext uri="{FF2B5EF4-FFF2-40B4-BE49-F238E27FC236}">
                <a16:creationId xmlns:a16="http://schemas.microsoft.com/office/drawing/2014/main" id="{7CE644F4-6AEF-8F4F-3004-BB1FA48C7BA2}"/>
              </a:ext>
            </a:extLst>
          </p:cNvPr>
          <p:cNvSpPr txBox="1"/>
          <p:nvPr/>
        </p:nvSpPr>
        <p:spPr>
          <a:xfrm>
            <a:off x="613543" y="1741049"/>
            <a:ext cx="10964912" cy="3200876"/>
          </a:xfrm>
          <a:prstGeom prst="rect">
            <a:avLst/>
          </a:prstGeom>
          <a:noFill/>
        </p:spPr>
        <p:txBody>
          <a:bodyPr wrap="square" lIns="91440" tIns="45720" rIns="91440" bIns="45720" rtlCol="0" anchor="t">
            <a:spAutoFit/>
          </a:bodyPr>
          <a:lstStyle/>
          <a:p>
            <a:pPr marL="457200" indent="-457200">
              <a:spcAft>
                <a:spcPts val="600"/>
              </a:spcAft>
              <a:buFont typeface="Arial" panose="020B0604020202020204" pitchFamily="34" charset="0"/>
              <a:buChar char="•"/>
            </a:pPr>
            <a:r>
              <a:rPr lang="en-US" altLang="zh-CN" sz="3200" dirty="0">
                <a:solidFill>
                  <a:srgbClr val="13294B"/>
                </a:solidFill>
                <a:latin typeface="Calibri"/>
                <a:ea typeface="宋体"/>
                <a:cs typeface="Calibri"/>
              </a:rPr>
              <a:t>We compute a Frustration Intensity Score (FIS) for each customer tweet using a composite of VADER sentiment, all-caps ratio, punctuation density, and presence of urgency vocabulary (``never again'', ``unacceptable'', ``immediately‘’).</a:t>
            </a:r>
          </a:p>
          <a:p>
            <a:pPr marL="457200" indent="-457200">
              <a:spcAft>
                <a:spcPts val="600"/>
              </a:spcAft>
              <a:buFont typeface="Arial" panose="020B0604020202020204" pitchFamily="34" charset="0"/>
              <a:buChar char="•"/>
            </a:pPr>
            <a:endParaRPr lang="en-US" altLang="zh-CN" sz="3200" dirty="0">
              <a:solidFill>
                <a:srgbClr val="13294B"/>
              </a:solidFill>
              <a:latin typeface="Calibri"/>
              <a:ea typeface="宋体"/>
              <a:cs typeface="Calibri"/>
            </a:endParaRPr>
          </a:p>
          <a:p>
            <a:pPr marL="457200" indent="-457200">
              <a:spcAft>
                <a:spcPts val="600"/>
              </a:spcAft>
              <a:buFont typeface="Arial" panose="020B0604020202020204" pitchFamily="34" charset="0"/>
              <a:buChar char="•"/>
            </a:pPr>
            <a:endParaRPr lang="en-US" altLang="zh-CN" sz="3200" dirty="0">
              <a:solidFill>
                <a:srgbClr val="13294B"/>
              </a:solidFill>
              <a:latin typeface="Calibri"/>
              <a:ea typeface="宋体"/>
              <a:cs typeface="Calibri"/>
            </a:endParaRPr>
          </a:p>
        </p:txBody>
      </p:sp>
      <p:graphicFrame>
        <p:nvGraphicFramePr>
          <p:cNvPr id="2" name="表格 1">
            <a:extLst>
              <a:ext uri="{FF2B5EF4-FFF2-40B4-BE49-F238E27FC236}">
                <a16:creationId xmlns:a16="http://schemas.microsoft.com/office/drawing/2014/main" id="{1294037F-3617-4056-E86E-1C9A82045358}"/>
              </a:ext>
            </a:extLst>
          </p:cNvPr>
          <p:cNvGraphicFramePr>
            <a:graphicFrameLocks noGrp="1"/>
          </p:cNvGraphicFramePr>
          <p:nvPr>
            <p:extLst>
              <p:ext uri="{D42A27DB-BD31-4B8C-83A1-F6EECF244321}">
                <p14:modId xmlns:p14="http://schemas.microsoft.com/office/powerpoint/2010/main" val="2388371247"/>
              </p:ext>
            </p:extLst>
          </p:nvPr>
        </p:nvGraphicFramePr>
        <p:xfrm>
          <a:off x="718700" y="3906004"/>
          <a:ext cx="10812558" cy="2743200"/>
        </p:xfrm>
        <a:graphic>
          <a:graphicData uri="http://schemas.openxmlformats.org/drawingml/2006/table">
            <a:tbl>
              <a:tblPr firstRow="1" bandRow="1">
                <a:tableStyleId>{5C22544A-7EE6-4342-B048-85BDC9FD1C3A}</a:tableStyleId>
              </a:tblPr>
              <a:tblGrid>
                <a:gridCol w="3604186">
                  <a:extLst>
                    <a:ext uri="{9D8B030D-6E8A-4147-A177-3AD203B41FA5}">
                      <a16:colId xmlns:a16="http://schemas.microsoft.com/office/drawing/2014/main" val="1954316260"/>
                    </a:ext>
                  </a:extLst>
                </a:gridCol>
                <a:gridCol w="3604186">
                  <a:extLst>
                    <a:ext uri="{9D8B030D-6E8A-4147-A177-3AD203B41FA5}">
                      <a16:colId xmlns:a16="http://schemas.microsoft.com/office/drawing/2014/main" val="2582872833"/>
                    </a:ext>
                  </a:extLst>
                </a:gridCol>
                <a:gridCol w="3604186">
                  <a:extLst>
                    <a:ext uri="{9D8B030D-6E8A-4147-A177-3AD203B41FA5}">
                      <a16:colId xmlns:a16="http://schemas.microsoft.com/office/drawing/2014/main" val="3892146701"/>
                    </a:ext>
                  </a:extLst>
                </a:gridCol>
              </a:tblGrid>
              <a:tr h="337793">
                <a:tc>
                  <a:txBody>
                    <a:bodyPr/>
                    <a:lstStyle/>
                    <a:p>
                      <a:r>
                        <a:rPr lang="en-US" altLang="zh-CN" dirty="0" err="1"/>
                        <a:t>Customer_text</a:t>
                      </a:r>
                      <a:endParaRPr lang="zh-CN" altLang="en-US" dirty="0"/>
                    </a:p>
                  </a:txBody>
                  <a:tcPr/>
                </a:tc>
                <a:tc>
                  <a:txBody>
                    <a:bodyPr/>
                    <a:lstStyle/>
                    <a:p>
                      <a:r>
                        <a:rPr lang="en-US" altLang="zh-CN" dirty="0" err="1"/>
                        <a:t>Agent_Text</a:t>
                      </a:r>
                      <a:endParaRPr lang="zh-CN" altLang="en-US" dirty="0"/>
                    </a:p>
                  </a:txBody>
                  <a:tcPr/>
                </a:tc>
                <a:tc>
                  <a:txBody>
                    <a:bodyPr/>
                    <a:lstStyle/>
                    <a:p>
                      <a:r>
                        <a:rPr lang="en-US" altLang="zh-CN" dirty="0"/>
                        <a:t>FIS</a:t>
                      </a:r>
                      <a:endParaRPr lang="zh-CN" altLang="en-US" dirty="0"/>
                    </a:p>
                  </a:txBody>
                  <a:tcPr/>
                </a:tc>
                <a:extLst>
                  <a:ext uri="{0D108BD9-81ED-4DB2-BD59-A6C34878D82A}">
                    <a16:rowId xmlns:a16="http://schemas.microsoft.com/office/drawing/2014/main" val="1298995541"/>
                  </a:ext>
                </a:extLst>
              </a:tr>
              <a:tr h="4540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@sprintcare is the worst customer service</a:t>
                      </a:r>
                      <a:endParaRPr lang="zh-CN" altLang="en-US" dirty="0"/>
                    </a:p>
                    <a:p>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@115712 Hello! We never like our customers to feel like they are not valued.</a:t>
                      </a:r>
                      <a:endParaRPr lang="zh-CN" altLang="en-US" dirty="0"/>
                    </a:p>
                    <a:p>
                      <a:endParaRPr lang="zh-CN" altLang="en-US" dirty="0"/>
                    </a:p>
                  </a:txBody>
                  <a:tcPr/>
                </a:tc>
                <a:tc>
                  <a:txBody>
                    <a:bodyPr/>
                    <a:lstStyle/>
                    <a:p>
                      <a:r>
                        <a:rPr lang="en-US" altLang="zh-CN" dirty="0"/>
                        <a:t>0.9865125417709351</a:t>
                      </a:r>
                      <a:endParaRPr lang="zh-CN" altLang="en-US" dirty="0"/>
                    </a:p>
                  </a:txBody>
                  <a:tcPr/>
                </a:tc>
                <a:extLst>
                  <a:ext uri="{0D108BD9-81ED-4DB2-BD59-A6C34878D82A}">
                    <a16:rowId xmlns:a16="http://schemas.microsoft.com/office/drawing/2014/main" val="2478990072"/>
                  </a:ext>
                </a:extLst>
              </a:tr>
              <a:tr h="698129">
                <a:tc>
                  <a:txBody>
                    <a:bodyPr/>
                    <a:lstStyle/>
                    <a:p>
                      <a:r>
                        <a:rPr lang="en-US" altLang="zh-CN" dirty="0"/>
                        <a:t>@119625 Please upload south movies in </a:t>
                      </a:r>
                      <a:r>
                        <a:rPr lang="en-US" altLang="zh-CN" dirty="0" err="1"/>
                        <a:t>hindi</a:t>
                      </a:r>
                      <a:r>
                        <a:rPr lang="en-US" altLang="zh-CN" dirty="0"/>
                        <a:t> audio</a:t>
                      </a:r>
                      <a:endParaRPr lang="zh-CN" altLang="en-US" dirty="0"/>
                    </a:p>
                  </a:txBody>
                  <a:tcPr/>
                </a:tc>
                <a:tc>
                  <a:txBody>
                    <a:bodyPr/>
                    <a:lstStyle/>
                    <a:p>
                      <a:r>
                        <a:rPr lang="en-US" altLang="zh-CN" dirty="0"/>
                        <a:t>@356781 I understand your concern, Nehal. I'll pass along your feedback to the team concerned for review.</a:t>
                      </a:r>
                      <a:endParaRPr lang="zh-CN" altLang="en-US" dirty="0"/>
                    </a:p>
                  </a:txBody>
                  <a:tcPr/>
                </a:tc>
                <a:tc>
                  <a:txBody>
                    <a:bodyPr/>
                    <a:lstStyle/>
                    <a:p>
                      <a:r>
                        <a:rPr lang="en-US" altLang="zh-CN" dirty="0"/>
                        <a:t>0.026857195422053337</a:t>
                      </a:r>
                      <a:endParaRPr lang="zh-CN" altLang="en-US" dirty="0"/>
                    </a:p>
                  </a:txBody>
                  <a:tcPr/>
                </a:tc>
                <a:extLst>
                  <a:ext uri="{0D108BD9-81ED-4DB2-BD59-A6C34878D82A}">
                    <a16:rowId xmlns:a16="http://schemas.microsoft.com/office/drawing/2014/main" val="2445476609"/>
                  </a:ext>
                </a:extLst>
              </a:tr>
            </a:tbl>
          </a:graphicData>
        </a:graphic>
      </p:graphicFrame>
    </p:spTree>
    <p:extLst>
      <p:ext uri="{BB962C8B-B14F-4D97-AF65-F5344CB8AC3E}">
        <p14:creationId xmlns:p14="http://schemas.microsoft.com/office/powerpoint/2010/main" val="2880948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49A35-1983-0783-1273-84E3A52AE766}"/>
            </a:ext>
          </a:extLst>
        </p:cNvPr>
        <p:cNvGrpSpPr/>
        <p:nvPr/>
      </p:nvGrpSpPr>
      <p:grpSpPr>
        <a:xfrm>
          <a:off x="0" y="0"/>
          <a:ext cx="0" cy="0"/>
          <a:chOff x="0" y="0"/>
          <a:chExt cx="0" cy="0"/>
        </a:xfrm>
      </p:grpSpPr>
      <p:sp>
        <p:nvSpPr>
          <p:cNvPr id="3" name="图文框 2">
            <a:extLst>
              <a:ext uri="{FF2B5EF4-FFF2-40B4-BE49-F238E27FC236}">
                <a16:creationId xmlns:a16="http://schemas.microsoft.com/office/drawing/2014/main" id="{6D409E40-6C96-D046-4BB9-269047EA306F}"/>
              </a:ext>
            </a:extLst>
          </p:cNvPr>
          <p:cNvSpPr/>
          <p:nvPr/>
        </p:nvSpPr>
        <p:spPr>
          <a:xfrm>
            <a:off x="164147" y="282575"/>
            <a:ext cx="11863705" cy="6403975"/>
          </a:xfrm>
          <a:prstGeom prst="frame">
            <a:avLst>
              <a:gd name="adj1" fmla="val 1196"/>
            </a:avLst>
          </a:prstGeom>
          <a:solidFill>
            <a:srgbClr val="13294B"/>
          </a:solidFill>
          <a:ln>
            <a:solidFill>
              <a:srgbClr val="13294B"/>
            </a:solidFill>
          </a:ln>
          <a:effectLst>
            <a:innerShdw blurRad="63500" dist="50800" dir="13500000">
              <a:prstClr val="black">
                <a:alpha val="50000"/>
              </a:prstClr>
            </a:inn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9C5CD05F-D3FD-C6A1-F5E9-F5F04994C0A9}"/>
              </a:ext>
            </a:extLst>
          </p:cNvPr>
          <p:cNvSpPr txBox="1"/>
          <p:nvPr/>
        </p:nvSpPr>
        <p:spPr>
          <a:xfrm>
            <a:off x="650457" y="614859"/>
            <a:ext cx="9446043" cy="769441"/>
          </a:xfrm>
          <a:prstGeom prst="rect">
            <a:avLst/>
          </a:prstGeom>
          <a:noFill/>
        </p:spPr>
        <p:txBody>
          <a:bodyPr wrap="square" lIns="91440" tIns="45720" rIns="91440" bIns="45720" rtlCol="0" anchor="t">
            <a:spAutoFit/>
          </a:bodyPr>
          <a:lstStyle/>
          <a:p>
            <a:r>
              <a:rPr lang="en-US" altLang="zh-CN" sz="4400" b="1" dirty="0">
                <a:solidFill>
                  <a:srgbClr val="13294B"/>
                </a:solidFill>
                <a:latin typeface="Calibri"/>
                <a:ea typeface="等线"/>
                <a:cs typeface="+mj-lt"/>
              </a:rPr>
              <a:t>LLM Response Generation</a:t>
            </a:r>
          </a:p>
        </p:txBody>
      </p:sp>
      <p:sp>
        <p:nvSpPr>
          <p:cNvPr id="9" name="半闭框 8">
            <a:extLst>
              <a:ext uri="{FF2B5EF4-FFF2-40B4-BE49-F238E27FC236}">
                <a16:creationId xmlns:a16="http://schemas.microsoft.com/office/drawing/2014/main" id="{7412BC87-6458-8B7E-FC1C-15A0652D9814}"/>
              </a:ext>
            </a:extLst>
          </p:cNvPr>
          <p:cNvSpPr/>
          <p:nvPr/>
        </p:nvSpPr>
        <p:spPr>
          <a:xfrm>
            <a:off x="163830" y="282575"/>
            <a:ext cx="3148330" cy="2355215"/>
          </a:xfrm>
          <a:prstGeom prst="halfFrame">
            <a:avLst>
              <a:gd name="adj1" fmla="val 4756"/>
              <a:gd name="adj2" fmla="val 5021"/>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10" name="半闭框 9">
            <a:extLst>
              <a:ext uri="{FF2B5EF4-FFF2-40B4-BE49-F238E27FC236}">
                <a16:creationId xmlns:a16="http://schemas.microsoft.com/office/drawing/2014/main" id="{F05F0457-529B-3FD8-A06F-164CD86E9EEA}"/>
              </a:ext>
            </a:extLst>
          </p:cNvPr>
          <p:cNvSpPr/>
          <p:nvPr>
            <p:custDataLst>
              <p:tags r:id="rId1"/>
            </p:custDataLst>
          </p:nvPr>
        </p:nvSpPr>
        <p:spPr>
          <a:xfrm rot="10800000">
            <a:off x="8357868" y="4262753"/>
            <a:ext cx="3669983" cy="2423795"/>
          </a:xfrm>
          <a:prstGeom prst="halfFrame">
            <a:avLst>
              <a:gd name="adj1" fmla="val 4659"/>
              <a:gd name="adj2" fmla="val 4349"/>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cxnSp>
        <p:nvCxnSpPr>
          <p:cNvPr id="13" name="直接连接符 12">
            <a:extLst>
              <a:ext uri="{FF2B5EF4-FFF2-40B4-BE49-F238E27FC236}">
                <a16:creationId xmlns:a16="http://schemas.microsoft.com/office/drawing/2014/main" id="{643B268B-8EA9-B972-8198-BD8EAD88DEE6}"/>
              </a:ext>
            </a:extLst>
          </p:cNvPr>
          <p:cNvCxnSpPr/>
          <p:nvPr/>
        </p:nvCxnSpPr>
        <p:spPr>
          <a:xfrm>
            <a:off x="650457" y="1480820"/>
            <a:ext cx="6546850" cy="14605"/>
          </a:xfrm>
          <a:prstGeom prst="line">
            <a:avLst/>
          </a:prstGeom>
          <a:ln w="57150">
            <a:solidFill>
              <a:srgbClr val="FF5F05">
                <a:alpha val="81000"/>
              </a:srgbClr>
            </a:solidFill>
          </a:ln>
        </p:spPr>
        <p:style>
          <a:lnRef idx="2">
            <a:schemeClr val="accent1"/>
          </a:lnRef>
          <a:fillRef idx="0">
            <a:srgbClr val="FFFFFF"/>
          </a:fillRef>
          <a:effectRef idx="0">
            <a:srgbClr val="FFFFFF"/>
          </a:effectRef>
          <a:fontRef idx="minor">
            <a:schemeClr val="tx1"/>
          </a:fontRef>
        </p:style>
      </p:cxnSp>
      <p:pic>
        <p:nvPicPr>
          <p:cNvPr id="100" name="图片 99">
            <a:extLst>
              <a:ext uri="{FF2B5EF4-FFF2-40B4-BE49-F238E27FC236}">
                <a16:creationId xmlns:a16="http://schemas.microsoft.com/office/drawing/2014/main" id="{01F6451F-EDE1-987D-5844-E9D8A536D64E}"/>
              </a:ext>
            </a:extLst>
          </p:cNvPr>
          <p:cNvPicPr/>
          <p:nvPr/>
        </p:nvPicPr>
        <p:blipFill>
          <a:blip r:embed="rId4"/>
          <a:stretch>
            <a:fillRect/>
          </a:stretch>
        </p:blipFill>
        <p:spPr>
          <a:xfrm>
            <a:off x="9906635" y="171450"/>
            <a:ext cx="1906270" cy="1212850"/>
          </a:xfrm>
          <a:prstGeom prst="rect">
            <a:avLst/>
          </a:prstGeom>
          <a:noFill/>
          <a:ln w="9525">
            <a:noFill/>
          </a:ln>
        </p:spPr>
      </p:pic>
      <p:sp>
        <p:nvSpPr>
          <p:cNvPr id="5" name="文本框 4">
            <a:extLst>
              <a:ext uri="{FF2B5EF4-FFF2-40B4-BE49-F238E27FC236}">
                <a16:creationId xmlns:a16="http://schemas.microsoft.com/office/drawing/2014/main" id="{3EFBC9EF-0CDF-2B17-7489-7CB584B67B8E}"/>
              </a:ext>
            </a:extLst>
          </p:cNvPr>
          <p:cNvSpPr txBox="1"/>
          <p:nvPr/>
        </p:nvSpPr>
        <p:spPr>
          <a:xfrm>
            <a:off x="613543" y="1741049"/>
            <a:ext cx="10964912" cy="3647152"/>
          </a:xfrm>
          <a:prstGeom prst="rect">
            <a:avLst/>
          </a:prstGeom>
          <a:noFill/>
        </p:spPr>
        <p:txBody>
          <a:bodyPr wrap="square" lIns="91440" tIns="45720" rIns="91440" bIns="45720" rtlCol="0" anchor="t">
            <a:spAutoFit/>
          </a:bodyPr>
          <a:lstStyle/>
          <a:p>
            <a:pPr marL="457200" indent="-457200">
              <a:spcAft>
                <a:spcPts val="600"/>
              </a:spcAft>
              <a:buFont typeface="Arial" panose="020B0604020202020204" pitchFamily="34" charset="0"/>
              <a:buChar char="•"/>
            </a:pPr>
            <a:r>
              <a:rPr lang="en-US" altLang="zh-CN" sz="3200" dirty="0">
                <a:solidFill>
                  <a:srgbClr val="13294B"/>
                </a:solidFill>
                <a:latin typeface="Calibri"/>
                <a:ea typeface="宋体"/>
                <a:cs typeface="Calibri"/>
              </a:rPr>
              <a:t>System prompt:</a:t>
            </a:r>
          </a:p>
          <a:p>
            <a:pPr algn="ctr">
              <a:spcAft>
                <a:spcPts val="600"/>
              </a:spcAft>
            </a:pPr>
            <a:r>
              <a:rPr lang="en-US" altLang="zh-CN" sz="2800" i="1" dirty="0"/>
              <a:t>“You are a customer support agent. Respond to the following customer message in one to three sentences.”</a:t>
            </a:r>
            <a:endParaRPr lang="en-US" altLang="zh-CN" sz="2800" i="1" dirty="0">
              <a:solidFill>
                <a:srgbClr val="13294B"/>
              </a:solidFill>
              <a:latin typeface="Calibri"/>
              <a:ea typeface="宋体"/>
              <a:cs typeface="Calibri"/>
            </a:endParaRPr>
          </a:p>
          <a:p>
            <a:pPr algn="ctr">
              <a:spcAft>
                <a:spcPts val="600"/>
              </a:spcAft>
            </a:pPr>
            <a:endParaRPr lang="en-US" altLang="zh-CN" sz="3200" dirty="0">
              <a:solidFill>
                <a:srgbClr val="13294B"/>
              </a:solidFill>
              <a:latin typeface="Calibri"/>
              <a:ea typeface="宋体"/>
              <a:cs typeface="Calibri"/>
            </a:endParaRPr>
          </a:p>
          <a:p>
            <a:pPr marL="457200" indent="-457200">
              <a:spcAft>
                <a:spcPts val="600"/>
              </a:spcAft>
              <a:buFont typeface="Arial" panose="020B0604020202020204" pitchFamily="34" charset="0"/>
              <a:buChar char="•"/>
            </a:pPr>
            <a:r>
              <a:rPr lang="en-US" altLang="zh-CN" sz="3200" dirty="0">
                <a:solidFill>
                  <a:srgbClr val="13294B"/>
                </a:solidFill>
                <a:latin typeface="Calibri"/>
                <a:ea typeface="宋体"/>
                <a:cs typeface="Calibri"/>
              </a:rPr>
              <a:t>No persona, no tone instruction, and no domain context is supplied. This deliberate minimalism ensures we measure the model’s default social calibration rather than a prompted one.</a:t>
            </a:r>
          </a:p>
        </p:txBody>
      </p:sp>
    </p:spTree>
    <p:extLst>
      <p:ext uri="{BB962C8B-B14F-4D97-AF65-F5344CB8AC3E}">
        <p14:creationId xmlns:p14="http://schemas.microsoft.com/office/powerpoint/2010/main" val="162279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4EE15-657C-E1BE-12BC-396E28BED21E}"/>
            </a:ext>
          </a:extLst>
        </p:cNvPr>
        <p:cNvGrpSpPr/>
        <p:nvPr/>
      </p:nvGrpSpPr>
      <p:grpSpPr>
        <a:xfrm>
          <a:off x="0" y="0"/>
          <a:ext cx="0" cy="0"/>
          <a:chOff x="0" y="0"/>
          <a:chExt cx="0" cy="0"/>
        </a:xfrm>
      </p:grpSpPr>
      <p:sp>
        <p:nvSpPr>
          <p:cNvPr id="3" name="图文框 2">
            <a:extLst>
              <a:ext uri="{FF2B5EF4-FFF2-40B4-BE49-F238E27FC236}">
                <a16:creationId xmlns:a16="http://schemas.microsoft.com/office/drawing/2014/main" id="{AF05072A-D479-E840-B88F-DF8176D606C0}"/>
              </a:ext>
            </a:extLst>
          </p:cNvPr>
          <p:cNvSpPr/>
          <p:nvPr/>
        </p:nvSpPr>
        <p:spPr>
          <a:xfrm>
            <a:off x="164147" y="282575"/>
            <a:ext cx="11863705" cy="6403975"/>
          </a:xfrm>
          <a:prstGeom prst="frame">
            <a:avLst>
              <a:gd name="adj1" fmla="val 1196"/>
            </a:avLst>
          </a:prstGeom>
          <a:solidFill>
            <a:srgbClr val="13294B"/>
          </a:solidFill>
          <a:ln>
            <a:solidFill>
              <a:srgbClr val="13294B"/>
            </a:solidFill>
          </a:ln>
          <a:effectLst>
            <a:innerShdw blurRad="63500" dist="50800" dir="13500000">
              <a:prstClr val="black">
                <a:alpha val="50000"/>
              </a:prstClr>
            </a:inn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2C1F6BDC-B7C9-D88B-FC8A-17F809BE126B}"/>
              </a:ext>
            </a:extLst>
          </p:cNvPr>
          <p:cNvSpPr txBox="1"/>
          <p:nvPr/>
        </p:nvSpPr>
        <p:spPr>
          <a:xfrm>
            <a:off x="650457" y="614859"/>
            <a:ext cx="9446043" cy="769441"/>
          </a:xfrm>
          <a:prstGeom prst="rect">
            <a:avLst/>
          </a:prstGeom>
          <a:noFill/>
        </p:spPr>
        <p:txBody>
          <a:bodyPr wrap="square" lIns="91440" tIns="45720" rIns="91440" bIns="45720" rtlCol="0" anchor="t">
            <a:spAutoFit/>
          </a:bodyPr>
          <a:lstStyle/>
          <a:p>
            <a:r>
              <a:rPr lang="en-US" altLang="zh-CN" sz="4400" b="1" dirty="0">
                <a:solidFill>
                  <a:srgbClr val="13294B"/>
                </a:solidFill>
                <a:latin typeface="Calibri"/>
                <a:ea typeface="等线"/>
                <a:cs typeface="+mj-lt"/>
              </a:rPr>
              <a:t>Empathy Calibration Score (ECS)</a:t>
            </a:r>
          </a:p>
        </p:txBody>
      </p:sp>
      <p:sp>
        <p:nvSpPr>
          <p:cNvPr id="9" name="半闭框 8">
            <a:extLst>
              <a:ext uri="{FF2B5EF4-FFF2-40B4-BE49-F238E27FC236}">
                <a16:creationId xmlns:a16="http://schemas.microsoft.com/office/drawing/2014/main" id="{94AAEBAE-9D2F-9263-05DC-ECECE2320254}"/>
              </a:ext>
            </a:extLst>
          </p:cNvPr>
          <p:cNvSpPr/>
          <p:nvPr/>
        </p:nvSpPr>
        <p:spPr>
          <a:xfrm>
            <a:off x="163830" y="282575"/>
            <a:ext cx="3148330" cy="2355215"/>
          </a:xfrm>
          <a:prstGeom prst="halfFrame">
            <a:avLst>
              <a:gd name="adj1" fmla="val 4756"/>
              <a:gd name="adj2" fmla="val 5021"/>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10" name="半闭框 9">
            <a:extLst>
              <a:ext uri="{FF2B5EF4-FFF2-40B4-BE49-F238E27FC236}">
                <a16:creationId xmlns:a16="http://schemas.microsoft.com/office/drawing/2014/main" id="{FE586475-6379-515B-A8C7-357240F33B6B}"/>
              </a:ext>
            </a:extLst>
          </p:cNvPr>
          <p:cNvSpPr/>
          <p:nvPr>
            <p:custDataLst>
              <p:tags r:id="rId1"/>
            </p:custDataLst>
          </p:nvPr>
        </p:nvSpPr>
        <p:spPr>
          <a:xfrm rot="10800000">
            <a:off x="8357868" y="4262753"/>
            <a:ext cx="3669983" cy="2423795"/>
          </a:xfrm>
          <a:prstGeom prst="halfFrame">
            <a:avLst>
              <a:gd name="adj1" fmla="val 4659"/>
              <a:gd name="adj2" fmla="val 4349"/>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cxnSp>
        <p:nvCxnSpPr>
          <p:cNvPr id="13" name="直接连接符 12">
            <a:extLst>
              <a:ext uri="{FF2B5EF4-FFF2-40B4-BE49-F238E27FC236}">
                <a16:creationId xmlns:a16="http://schemas.microsoft.com/office/drawing/2014/main" id="{CADDF9A0-848B-41BB-ED8B-EEDD7C7754A6}"/>
              </a:ext>
            </a:extLst>
          </p:cNvPr>
          <p:cNvCxnSpPr/>
          <p:nvPr/>
        </p:nvCxnSpPr>
        <p:spPr>
          <a:xfrm>
            <a:off x="650457" y="1480820"/>
            <a:ext cx="6546850" cy="14605"/>
          </a:xfrm>
          <a:prstGeom prst="line">
            <a:avLst/>
          </a:prstGeom>
          <a:ln w="57150">
            <a:solidFill>
              <a:srgbClr val="FF5F05">
                <a:alpha val="81000"/>
              </a:srgbClr>
            </a:solidFill>
          </a:ln>
        </p:spPr>
        <p:style>
          <a:lnRef idx="2">
            <a:schemeClr val="accent1"/>
          </a:lnRef>
          <a:fillRef idx="0">
            <a:srgbClr val="FFFFFF"/>
          </a:fillRef>
          <a:effectRef idx="0">
            <a:srgbClr val="FFFFFF"/>
          </a:effectRef>
          <a:fontRef idx="minor">
            <a:schemeClr val="tx1"/>
          </a:fontRef>
        </p:style>
      </p:cxnSp>
      <p:pic>
        <p:nvPicPr>
          <p:cNvPr id="100" name="图片 99">
            <a:extLst>
              <a:ext uri="{FF2B5EF4-FFF2-40B4-BE49-F238E27FC236}">
                <a16:creationId xmlns:a16="http://schemas.microsoft.com/office/drawing/2014/main" id="{BBFAD97B-9ECD-B243-06E5-0C59695D79CB}"/>
              </a:ext>
            </a:extLst>
          </p:cNvPr>
          <p:cNvPicPr/>
          <p:nvPr/>
        </p:nvPicPr>
        <p:blipFill>
          <a:blip r:embed="rId4"/>
          <a:stretch>
            <a:fillRect/>
          </a:stretch>
        </p:blipFill>
        <p:spPr>
          <a:xfrm>
            <a:off x="9906635" y="171450"/>
            <a:ext cx="1906270" cy="1212850"/>
          </a:xfrm>
          <a:prstGeom prst="rect">
            <a:avLst/>
          </a:prstGeom>
          <a:noFill/>
          <a:ln w="9525">
            <a:noFill/>
          </a:ln>
        </p:spPr>
      </p:pic>
      <p:sp>
        <p:nvSpPr>
          <p:cNvPr id="5" name="文本框 4">
            <a:extLst>
              <a:ext uri="{FF2B5EF4-FFF2-40B4-BE49-F238E27FC236}">
                <a16:creationId xmlns:a16="http://schemas.microsoft.com/office/drawing/2014/main" id="{983ADD24-6931-539A-526C-9EE7C3AE6976}"/>
              </a:ext>
            </a:extLst>
          </p:cNvPr>
          <p:cNvSpPr txBox="1"/>
          <p:nvPr/>
        </p:nvSpPr>
        <p:spPr>
          <a:xfrm>
            <a:off x="613543" y="1741049"/>
            <a:ext cx="10964912" cy="2062103"/>
          </a:xfrm>
          <a:prstGeom prst="rect">
            <a:avLst/>
          </a:prstGeom>
          <a:noFill/>
        </p:spPr>
        <p:txBody>
          <a:bodyPr wrap="square" lIns="91440" tIns="45720" rIns="91440" bIns="45720" rtlCol="0" anchor="t">
            <a:spAutoFit/>
          </a:bodyPr>
          <a:lstStyle/>
          <a:p>
            <a:pPr marL="457200" indent="-457200">
              <a:spcAft>
                <a:spcPts val="600"/>
              </a:spcAft>
              <a:buFont typeface="Arial" panose="020B0604020202020204" pitchFamily="34" charset="0"/>
              <a:buChar char="•"/>
            </a:pPr>
            <a:r>
              <a:rPr lang="en-US" altLang="zh-CN" sz="3200" dirty="0">
                <a:solidFill>
                  <a:srgbClr val="13294B"/>
                </a:solidFill>
                <a:latin typeface="Calibri"/>
                <a:ea typeface="宋体"/>
                <a:cs typeface="Calibri"/>
              </a:rPr>
              <a:t>The ECS is a two-dimensional rubric designed to measure not absolute empathy, but calibration— how well a response’s empathetic register matches what the customer’s expressed frustration level warrants.</a:t>
            </a:r>
          </a:p>
        </p:txBody>
      </p:sp>
      <p:graphicFrame>
        <p:nvGraphicFramePr>
          <p:cNvPr id="2" name="表格 1">
            <a:extLst>
              <a:ext uri="{FF2B5EF4-FFF2-40B4-BE49-F238E27FC236}">
                <a16:creationId xmlns:a16="http://schemas.microsoft.com/office/drawing/2014/main" id="{5B173359-1CCA-714D-463D-B6A0401E7C9C}"/>
              </a:ext>
            </a:extLst>
          </p:cNvPr>
          <p:cNvGraphicFramePr>
            <a:graphicFrameLocks noGrp="1"/>
          </p:cNvGraphicFramePr>
          <p:nvPr>
            <p:extLst>
              <p:ext uri="{D42A27DB-BD31-4B8C-83A1-F6EECF244321}">
                <p14:modId xmlns:p14="http://schemas.microsoft.com/office/powerpoint/2010/main" val="2090334612"/>
              </p:ext>
            </p:extLst>
          </p:nvPr>
        </p:nvGraphicFramePr>
        <p:xfrm>
          <a:off x="914401" y="3803152"/>
          <a:ext cx="10469571" cy="2533953"/>
        </p:xfrm>
        <a:graphic>
          <a:graphicData uri="http://schemas.openxmlformats.org/drawingml/2006/table">
            <a:tbl>
              <a:tblPr firstRow="1" bandRow="1">
                <a:tableStyleId>{21E4AEA4-8DFA-4A89-87EB-49C32662AFE0}</a:tableStyleId>
              </a:tblPr>
              <a:tblGrid>
                <a:gridCol w="3489857">
                  <a:extLst>
                    <a:ext uri="{9D8B030D-6E8A-4147-A177-3AD203B41FA5}">
                      <a16:colId xmlns:a16="http://schemas.microsoft.com/office/drawing/2014/main" val="2473411904"/>
                    </a:ext>
                  </a:extLst>
                </a:gridCol>
                <a:gridCol w="3489857">
                  <a:extLst>
                    <a:ext uri="{9D8B030D-6E8A-4147-A177-3AD203B41FA5}">
                      <a16:colId xmlns:a16="http://schemas.microsoft.com/office/drawing/2014/main" val="1406048790"/>
                    </a:ext>
                  </a:extLst>
                </a:gridCol>
                <a:gridCol w="3489857">
                  <a:extLst>
                    <a:ext uri="{9D8B030D-6E8A-4147-A177-3AD203B41FA5}">
                      <a16:colId xmlns:a16="http://schemas.microsoft.com/office/drawing/2014/main" val="3813345470"/>
                    </a:ext>
                  </a:extLst>
                </a:gridCol>
              </a:tblGrid>
              <a:tr h="317802">
                <a:tc>
                  <a:txBody>
                    <a:bodyPr/>
                    <a:lstStyle/>
                    <a:p>
                      <a:r>
                        <a:rPr lang="en-US" altLang="zh-CN" dirty="0"/>
                        <a:t>Dimension</a:t>
                      </a:r>
                      <a:endParaRPr lang="zh-CN" altLang="en-US" dirty="0"/>
                    </a:p>
                  </a:txBody>
                  <a:tcPr/>
                </a:tc>
                <a:tc>
                  <a:txBody>
                    <a:bodyPr/>
                    <a:lstStyle/>
                    <a:p>
                      <a:r>
                        <a:rPr lang="en-US" altLang="zh-CN" dirty="0"/>
                        <a:t>Measurement</a:t>
                      </a:r>
                      <a:endParaRPr lang="zh-CN" altLang="en-US" dirty="0"/>
                    </a:p>
                  </a:txBody>
                  <a:tcPr/>
                </a:tc>
                <a:tc>
                  <a:txBody>
                    <a:bodyPr/>
                    <a:lstStyle/>
                    <a:p>
                      <a:r>
                        <a:rPr lang="en-US" altLang="zh-CN" dirty="0"/>
                        <a:t>Weight at high FIS</a:t>
                      </a:r>
                      <a:endParaRPr lang="zh-CN" altLang="en-US" dirty="0"/>
                    </a:p>
                  </a:txBody>
                  <a:tcPr/>
                </a:tc>
                <a:extLst>
                  <a:ext uri="{0D108BD9-81ED-4DB2-BD59-A6C34878D82A}">
                    <a16:rowId xmlns:a16="http://schemas.microsoft.com/office/drawing/2014/main" val="208840510"/>
                  </a:ext>
                </a:extLst>
              </a:tr>
              <a:tr h="783620">
                <a:tc>
                  <a:txBody>
                    <a:bodyPr/>
                    <a:lstStyle/>
                    <a:p>
                      <a:r>
                        <a:rPr lang="en-US" altLang="zh-CN" dirty="0"/>
                        <a:t>Apology density</a:t>
                      </a:r>
                      <a:endParaRPr lang="zh-CN" altLang="en-US" dirty="0"/>
                    </a:p>
                  </a:txBody>
                  <a:tcPr/>
                </a:tc>
                <a:tc>
                  <a:txBody>
                    <a:bodyPr/>
                    <a:lstStyle/>
                    <a:p>
                      <a:r>
                        <a:rPr lang="en-US" altLang="zh-CN" dirty="0"/>
                        <a:t>Normalized count of apology/regret terms (regex). Fully auto mated.</a:t>
                      </a:r>
                      <a:endParaRPr lang="zh-CN" altLang="en-US" dirty="0"/>
                    </a:p>
                  </a:txBody>
                  <a:tcPr/>
                </a:tc>
                <a:tc>
                  <a:txBody>
                    <a:bodyPr/>
                    <a:lstStyle/>
                    <a:p>
                      <a:r>
                        <a:rPr lang="en-US" altLang="zh-CN" dirty="0"/>
                        <a:t>Higher weight</a:t>
                      </a:r>
                      <a:endParaRPr lang="zh-CN" altLang="en-US" dirty="0"/>
                    </a:p>
                  </a:txBody>
                  <a:tcPr/>
                </a:tc>
                <a:extLst>
                  <a:ext uri="{0D108BD9-81ED-4DB2-BD59-A6C34878D82A}">
                    <a16:rowId xmlns:a16="http://schemas.microsoft.com/office/drawing/2014/main" val="1428517476"/>
                  </a:ext>
                </a:extLst>
              </a:tr>
              <a:tr h="1253793">
                <a:tc>
                  <a:txBody>
                    <a:bodyPr/>
                    <a:lstStyle/>
                    <a:p>
                      <a:r>
                        <a:rPr lang="en-US" altLang="zh-CN" dirty="0"/>
                        <a:t>Tone-frustration fit</a:t>
                      </a:r>
                      <a:endParaRPr lang="zh-CN" altLang="en-US" dirty="0"/>
                    </a:p>
                  </a:txBody>
                  <a:tcPr/>
                </a:tc>
                <a:tc>
                  <a:txBody>
                    <a:bodyPr/>
                    <a:lstStyle/>
                    <a:p>
                      <a:r>
                        <a:rPr lang="en-US" altLang="zh-CN" dirty="0"/>
                        <a:t>LLM-as-judge (GPT 4o) scores 1–5: does the response tone match the emotional register of the complaint?</a:t>
                      </a:r>
                      <a:endParaRPr lang="zh-CN" altLang="en-US" dirty="0"/>
                    </a:p>
                  </a:txBody>
                  <a:tcPr/>
                </a:tc>
                <a:tc>
                  <a:txBody>
                    <a:bodyPr/>
                    <a:lstStyle/>
                    <a:p>
                      <a:r>
                        <a:rPr lang="en-US" altLang="zh-CN" dirty="0"/>
                        <a:t>Equal weight</a:t>
                      </a:r>
                      <a:endParaRPr lang="zh-CN" altLang="en-US" dirty="0"/>
                    </a:p>
                  </a:txBody>
                  <a:tcPr/>
                </a:tc>
                <a:extLst>
                  <a:ext uri="{0D108BD9-81ED-4DB2-BD59-A6C34878D82A}">
                    <a16:rowId xmlns:a16="http://schemas.microsoft.com/office/drawing/2014/main" val="1053424"/>
                  </a:ext>
                </a:extLst>
              </a:tr>
            </a:tbl>
          </a:graphicData>
        </a:graphic>
      </p:graphicFrame>
    </p:spTree>
    <p:extLst>
      <p:ext uri="{BB962C8B-B14F-4D97-AF65-F5344CB8AC3E}">
        <p14:creationId xmlns:p14="http://schemas.microsoft.com/office/powerpoint/2010/main" val="2558277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C1AA8-633B-0E63-2970-BD86F8762D1B}"/>
            </a:ext>
          </a:extLst>
        </p:cNvPr>
        <p:cNvGrpSpPr/>
        <p:nvPr/>
      </p:nvGrpSpPr>
      <p:grpSpPr>
        <a:xfrm>
          <a:off x="0" y="0"/>
          <a:ext cx="0" cy="0"/>
          <a:chOff x="0" y="0"/>
          <a:chExt cx="0" cy="0"/>
        </a:xfrm>
      </p:grpSpPr>
      <p:sp>
        <p:nvSpPr>
          <p:cNvPr id="3" name="图文框 2">
            <a:extLst>
              <a:ext uri="{FF2B5EF4-FFF2-40B4-BE49-F238E27FC236}">
                <a16:creationId xmlns:a16="http://schemas.microsoft.com/office/drawing/2014/main" id="{4B77FF07-F70A-99F9-00AD-A86B7D404F83}"/>
              </a:ext>
            </a:extLst>
          </p:cNvPr>
          <p:cNvSpPr/>
          <p:nvPr/>
        </p:nvSpPr>
        <p:spPr>
          <a:xfrm>
            <a:off x="164147" y="282575"/>
            <a:ext cx="11863705" cy="6403975"/>
          </a:xfrm>
          <a:prstGeom prst="frame">
            <a:avLst>
              <a:gd name="adj1" fmla="val 1196"/>
            </a:avLst>
          </a:prstGeom>
          <a:solidFill>
            <a:srgbClr val="13294B"/>
          </a:solidFill>
          <a:ln>
            <a:solidFill>
              <a:srgbClr val="13294B"/>
            </a:solidFill>
          </a:ln>
          <a:effectLst>
            <a:innerShdw blurRad="63500" dist="50800" dir="13500000">
              <a:prstClr val="black">
                <a:alpha val="50000"/>
              </a:prstClr>
            </a:inn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3CACD4F5-9F2B-162D-72C5-415101AEBE2F}"/>
              </a:ext>
            </a:extLst>
          </p:cNvPr>
          <p:cNvSpPr txBox="1"/>
          <p:nvPr/>
        </p:nvSpPr>
        <p:spPr>
          <a:xfrm>
            <a:off x="650457" y="614859"/>
            <a:ext cx="9446043" cy="769441"/>
          </a:xfrm>
          <a:prstGeom prst="rect">
            <a:avLst/>
          </a:prstGeom>
          <a:noFill/>
        </p:spPr>
        <p:txBody>
          <a:bodyPr wrap="square" lIns="91440" tIns="45720" rIns="91440" bIns="45720" rtlCol="0" anchor="t">
            <a:spAutoFit/>
          </a:bodyPr>
          <a:lstStyle/>
          <a:p>
            <a:r>
              <a:rPr lang="en-US" altLang="zh-CN" sz="4400" b="1" dirty="0">
                <a:solidFill>
                  <a:srgbClr val="13294B"/>
                </a:solidFill>
                <a:latin typeface="Calibri"/>
                <a:ea typeface="等线"/>
                <a:cs typeface="+mj-lt"/>
              </a:rPr>
              <a:t>Empathy Calibration Score (ECS)</a:t>
            </a:r>
          </a:p>
        </p:txBody>
      </p:sp>
      <p:sp>
        <p:nvSpPr>
          <p:cNvPr id="9" name="半闭框 8">
            <a:extLst>
              <a:ext uri="{FF2B5EF4-FFF2-40B4-BE49-F238E27FC236}">
                <a16:creationId xmlns:a16="http://schemas.microsoft.com/office/drawing/2014/main" id="{D0B68E8D-E966-97DF-5398-77C29D8139C3}"/>
              </a:ext>
            </a:extLst>
          </p:cNvPr>
          <p:cNvSpPr/>
          <p:nvPr/>
        </p:nvSpPr>
        <p:spPr>
          <a:xfrm>
            <a:off x="163830" y="282575"/>
            <a:ext cx="3148330" cy="2355215"/>
          </a:xfrm>
          <a:prstGeom prst="halfFrame">
            <a:avLst>
              <a:gd name="adj1" fmla="val 4756"/>
              <a:gd name="adj2" fmla="val 5021"/>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10" name="半闭框 9">
            <a:extLst>
              <a:ext uri="{FF2B5EF4-FFF2-40B4-BE49-F238E27FC236}">
                <a16:creationId xmlns:a16="http://schemas.microsoft.com/office/drawing/2014/main" id="{B74D2438-1FC5-C43E-152F-7C8EB19255D4}"/>
              </a:ext>
            </a:extLst>
          </p:cNvPr>
          <p:cNvSpPr/>
          <p:nvPr>
            <p:custDataLst>
              <p:tags r:id="rId1"/>
            </p:custDataLst>
          </p:nvPr>
        </p:nvSpPr>
        <p:spPr>
          <a:xfrm rot="10800000">
            <a:off x="8357868" y="4262753"/>
            <a:ext cx="3669983" cy="2423795"/>
          </a:xfrm>
          <a:prstGeom prst="halfFrame">
            <a:avLst>
              <a:gd name="adj1" fmla="val 4659"/>
              <a:gd name="adj2" fmla="val 4349"/>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cxnSp>
        <p:nvCxnSpPr>
          <p:cNvPr id="13" name="直接连接符 12">
            <a:extLst>
              <a:ext uri="{FF2B5EF4-FFF2-40B4-BE49-F238E27FC236}">
                <a16:creationId xmlns:a16="http://schemas.microsoft.com/office/drawing/2014/main" id="{2EB71867-BC2D-37F6-D2FE-B19B1046FA09}"/>
              </a:ext>
            </a:extLst>
          </p:cNvPr>
          <p:cNvCxnSpPr/>
          <p:nvPr/>
        </p:nvCxnSpPr>
        <p:spPr>
          <a:xfrm>
            <a:off x="650457" y="1480820"/>
            <a:ext cx="6546850" cy="14605"/>
          </a:xfrm>
          <a:prstGeom prst="line">
            <a:avLst/>
          </a:prstGeom>
          <a:ln w="57150">
            <a:solidFill>
              <a:srgbClr val="FF5F05">
                <a:alpha val="81000"/>
              </a:srgbClr>
            </a:solidFill>
          </a:ln>
        </p:spPr>
        <p:style>
          <a:lnRef idx="2">
            <a:schemeClr val="accent1"/>
          </a:lnRef>
          <a:fillRef idx="0">
            <a:srgbClr val="FFFFFF"/>
          </a:fillRef>
          <a:effectRef idx="0">
            <a:srgbClr val="FFFFFF"/>
          </a:effectRef>
          <a:fontRef idx="minor">
            <a:schemeClr val="tx1"/>
          </a:fontRef>
        </p:style>
      </p:cxnSp>
      <p:pic>
        <p:nvPicPr>
          <p:cNvPr id="100" name="图片 99">
            <a:extLst>
              <a:ext uri="{FF2B5EF4-FFF2-40B4-BE49-F238E27FC236}">
                <a16:creationId xmlns:a16="http://schemas.microsoft.com/office/drawing/2014/main" id="{B9C01B72-ACDA-3241-6442-2283ED4AD889}"/>
              </a:ext>
            </a:extLst>
          </p:cNvPr>
          <p:cNvPicPr/>
          <p:nvPr/>
        </p:nvPicPr>
        <p:blipFill>
          <a:blip r:embed="rId4"/>
          <a:stretch>
            <a:fillRect/>
          </a:stretch>
        </p:blipFill>
        <p:spPr>
          <a:xfrm>
            <a:off x="9906635" y="171450"/>
            <a:ext cx="1906270" cy="1212850"/>
          </a:xfrm>
          <a:prstGeom prst="rect">
            <a:avLst/>
          </a:prstGeom>
          <a:noFill/>
          <a:ln w="9525">
            <a:noFill/>
          </a:ln>
        </p:spPr>
      </p:pic>
      <p:sp>
        <p:nvSpPr>
          <p:cNvPr id="5" name="文本框 4">
            <a:extLst>
              <a:ext uri="{FF2B5EF4-FFF2-40B4-BE49-F238E27FC236}">
                <a16:creationId xmlns:a16="http://schemas.microsoft.com/office/drawing/2014/main" id="{22D702D2-7240-025C-D1AF-F04EAF2D2C46}"/>
              </a:ext>
            </a:extLst>
          </p:cNvPr>
          <p:cNvSpPr txBox="1"/>
          <p:nvPr/>
        </p:nvSpPr>
        <p:spPr>
          <a:xfrm>
            <a:off x="613543" y="1741049"/>
            <a:ext cx="10964912" cy="2062103"/>
          </a:xfrm>
          <a:prstGeom prst="rect">
            <a:avLst/>
          </a:prstGeom>
          <a:noFill/>
        </p:spPr>
        <p:txBody>
          <a:bodyPr wrap="square" lIns="91440" tIns="45720" rIns="91440" bIns="45720" rtlCol="0" anchor="t">
            <a:spAutoFit/>
          </a:bodyPr>
          <a:lstStyle/>
          <a:p>
            <a:pPr marL="457200" indent="-457200">
              <a:spcAft>
                <a:spcPts val="600"/>
              </a:spcAft>
              <a:buFont typeface="Arial" panose="020B0604020202020204" pitchFamily="34" charset="0"/>
              <a:buChar char="•"/>
            </a:pPr>
            <a:r>
              <a:rPr lang="en-US" altLang="zh-CN" sz="3200" dirty="0">
                <a:solidFill>
                  <a:srgbClr val="13294B"/>
                </a:solidFill>
                <a:latin typeface="Calibri"/>
                <a:ea typeface="宋体"/>
                <a:cs typeface="Calibri"/>
              </a:rPr>
              <a:t>The ECS is a two-dimensional rubric designed to measure not absolute empathy, but calibration— how well a response’s empathetic register matches what the customer’s expressed frustration level warrants.</a:t>
            </a:r>
          </a:p>
        </p:txBody>
      </p:sp>
      <p:graphicFrame>
        <p:nvGraphicFramePr>
          <p:cNvPr id="2" name="表格 1">
            <a:extLst>
              <a:ext uri="{FF2B5EF4-FFF2-40B4-BE49-F238E27FC236}">
                <a16:creationId xmlns:a16="http://schemas.microsoft.com/office/drawing/2014/main" id="{EBEB3E93-8E77-9C44-4C4D-10AF22356183}"/>
              </a:ext>
            </a:extLst>
          </p:cNvPr>
          <p:cNvGraphicFramePr>
            <a:graphicFrameLocks noGrp="1"/>
          </p:cNvGraphicFramePr>
          <p:nvPr/>
        </p:nvGraphicFramePr>
        <p:xfrm>
          <a:off x="914401" y="3803152"/>
          <a:ext cx="10469571" cy="2533953"/>
        </p:xfrm>
        <a:graphic>
          <a:graphicData uri="http://schemas.openxmlformats.org/drawingml/2006/table">
            <a:tbl>
              <a:tblPr firstRow="1" bandRow="1">
                <a:tableStyleId>{21E4AEA4-8DFA-4A89-87EB-49C32662AFE0}</a:tableStyleId>
              </a:tblPr>
              <a:tblGrid>
                <a:gridCol w="3489857">
                  <a:extLst>
                    <a:ext uri="{9D8B030D-6E8A-4147-A177-3AD203B41FA5}">
                      <a16:colId xmlns:a16="http://schemas.microsoft.com/office/drawing/2014/main" val="2473411904"/>
                    </a:ext>
                  </a:extLst>
                </a:gridCol>
                <a:gridCol w="3489857">
                  <a:extLst>
                    <a:ext uri="{9D8B030D-6E8A-4147-A177-3AD203B41FA5}">
                      <a16:colId xmlns:a16="http://schemas.microsoft.com/office/drawing/2014/main" val="1406048790"/>
                    </a:ext>
                  </a:extLst>
                </a:gridCol>
                <a:gridCol w="3489857">
                  <a:extLst>
                    <a:ext uri="{9D8B030D-6E8A-4147-A177-3AD203B41FA5}">
                      <a16:colId xmlns:a16="http://schemas.microsoft.com/office/drawing/2014/main" val="3813345470"/>
                    </a:ext>
                  </a:extLst>
                </a:gridCol>
              </a:tblGrid>
              <a:tr h="317802">
                <a:tc>
                  <a:txBody>
                    <a:bodyPr/>
                    <a:lstStyle/>
                    <a:p>
                      <a:r>
                        <a:rPr lang="en-US" altLang="zh-CN" dirty="0"/>
                        <a:t>Dimension</a:t>
                      </a:r>
                      <a:endParaRPr lang="zh-CN" altLang="en-US" dirty="0"/>
                    </a:p>
                  </a:txBody>
                  <a:tcPr/>
                </a:tc>
                <a:tc>
                  <a:txBody>
                    <a:bodyPr/>
                    <a:lstStyle/>
                    <a:p>
                      <a:r>
                        <a:rPr lang="en-US" altLang="zh-CN" dirty="0"/>
                        <a:t>Measurement</a:t>
                      </a:r>
                      <a:endParaRPr lang="zh-CN" altLang="en-US" dirty="0"/>
                    </a:p>
                  </a:txBody>
                  <a:tcPr/>
                </a:tc>
                <a:tc>
                  <a:txBody>
                    <a:bodyPr/>
                    <a:lstStyle/>
                    <a:p>
                      <a:r>
                        <a:rPr lang="en-US" altLang="zh-CN" dirty="0"/>
                        <a:t>Weight at high FIS</a:t>
                      </a:r>
                      <a:endParaRPr lang="zh-CN" altLang="en-US" dirty="0"/>
                    </a:p>
                  </a:txBody>
                  <a:tcPr/>
                </a:tc>
                <a:extLst>
                  <a:ext uri="{0D108BD9-81ED-4DB2-BD59-A6C34878D82A}">
                    <a16:rowId xmlns:a16="http://schemas.microsoft.com/office/drawing/2014/main" val="208840510"/>
                  </a:ext>
                </a:extLst>
              </a:tr>
              <a:tr h="783620">
                <a:tc>
                  <a:txBody>
                    <a:bodyPr/>
                    <a:lstStyle/>
                    <a:p>
                      <a:r>
                        <a:rPr lang="en-US" altLang="zh-CN" dirty="0"/>
                        <a:t>Apology density</a:t>
                      </a:r>
                      <a:endParaRPr lang="zh-CN" altLang="en-US" dirty="0"/>
                    </a:p>
                  </a:txBody>
                  <a:tcPr/>
                </a:tc>
                <a:tc>
                  <a:txBody>
                    <a:bodyPr/>
                    <a:lstStyle/>
                    <a:p>
                      <a:r>
                        <a:rPr lang="en-US" altLang="zh-CN" dirty="0"/>
                        <a:t>Normalized count of apology/regret terms (regex). Fully auto mated.</a:t>
                      </a:r>
                      <a:endParaRPr lang="zh-CN" altLang="en-US" dirty="0"/>
                    </a:p>
                  </a:txBody>
                  <a:tcPr/>
                </a:tc>
                <a:tc>
                  <a:txBody>
                    <a:bodyPr/>
                    <a:lstStyle/>
                    <a:p>
                      <a:r>
                        <a:rPr lang="en-US" altLang="zh-CN" dirty="0"/>
                        <a:t>Higher weight</a:t>
                      </a:r>
                      <a:endParaRPr lang="zh-CN" altLang="en-US" dirty="0"/>
                    </a:p>
                  </a:txBody>
                  <a:tcPr/>
                </a:tc>
                <a:extLst>
                  <a:ext uri="{0D108BD9-81ED-4DB2-BD59-A6C34878D82A}">
                    <a16:rowId xmlns:a16="http://schemas.microsoft.com/office/drawing/2014/main" val="1428517476"/>
                  </a:ext>
                </a:extLst>
              </a:tr>
              <a:tr h="1253793">
                <a:tc>
                  <a:txBody>
                    <a:bodyPr/>
                    <a:lstStyle/>
                    <a:p>
                      <a:r>
                        <a:rPr lang="en-US" altLang="zh-CN" dirty="0"/>
                        <a:t>Tone-frustration fit</a:t>
                      </a:r>
                      <a:endParaRPr lang="zh-CN" altLang="en-US" dirty="0"/>
                    </a:p>
                  </a:txBody>
                  <a:tcPr/>
                </a:tc>
                <a:tc>
                  <a:txBody>
                    <a:bodyPr/>
                    <a:lstStyle/>
                    <a:p>
                      <a:r>
                        <a:rPr lang="en-US" altLang="zh-CN" dirty="0"/>
                        <a:t>LLM-as-judge (GPT 4o) scores 1–5: does the response tone match the emotional register of the complaint?</a:t>
                      </a:r>
                      <a:endParaRPr lang="zh-CN" altLang="en-US" dirty="0"/>
                    </a:p>
                  </a:txBody>
                  <a:tcPr/>
                </a:tc>
                <a:tc>
                  <a:txBody>
                    <a:bodyPr/>
                    <a:lstStyle/>
                    <a:p>
                      <a:r>
                        <a:rPr lang="en-US" altLang="zh-CN" dirty="0"/>
                        <a:t>Equal weight</a:t>
                      </a:r>
                      <a:endParaRPr lang="zh-CN" altLang="en-US" dirty="0"/>
                    </a:p>
                  </a:txBody>
                  <a:tcPr/>
                </a:tc>
                <a:extLst>
                  <a:ext uri="{0D108BD9-81ED-4DB2-BD59-A6C34878D82A}">
                    <a16:rowId xmlns:a16="http://schemas.microsoft.com/office/drawing/2014/main" val="1053424"/>
                  </a:ext>
                </a:extLst>
              </a:tr>
            </a:tbl>
          </a:graphicData>
        </a:graphic>
      </p:graphicFrame>
    </p:spTree>
    <p:extLst>
      <p:ext uri="{BB962C8B-B14F-4D97-AF65-F5344CB8AC3E}">
        <p14:creationId xmlns:p14="http://schemas.microsoft.com/office/powerpoint/2010/main" val="2004030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DCC1F-156B-E4E3-A126-1FAC4D837FC0}"/>
            </a:ext>
          </a:extLst>
        </p:cNvPr>
        <p:cNvGrpSpPr/>
        <p:nvPr/>
      </p:nvGrpSpPr>
      <p:grpSpPr>
        <a:xfrm>
          <a:off x="0" y="0"/>
          <a:ext cx="0" cy="0"/>
          <a:chOff x="0" y="0"/>
          <a:chExt cx="0" cy="0"/>
        </a:xfrm>
      </p:grpSpPr>
      <p:sp>
        <p:nvSpPr>
          <p:cNvPr id="3" name="图文框 2">
            <a:extLst>
              <a:ext uri="{FF2B5EF4-FFF2-40B4-BE49-F238E27FC236}">
                <a16:creationId xmlns:a16="http://schemas.microsoft.com/office/drawing/2014/main" id="{A4C4091E-CCD6-0945-EF50-D3F8BEB8A2C3}"/>
              </a:ext>
            </a:extLst>
          </p:cNvPr>
          <p:cNvSpPr/>
          <p:nvPr/>
        </p:nvSpPr>
        <p:spPr>
          <a:xfrm>
            <a:off x="164147" y="282575"/>
            <a:ext cx="11863705" cy="6403975"/>
          </a:xfrm>
          <a:prstGeom prst="frame">
            <a:avLst>
              <a:gd name="adj1" fmla="val 1196"/>
            </a:avLst>
          </a:prstGeom>
          <a:solidFill>
            <a:srgbClr val="13294B"/>
          </a:solidFill>
          <a:ln>
            <a:solidFill>
              <a:srgbClr val="13294B"/>
            </a:solidFill>
          </a:ln>
          <a:effectLst>
            <a:innerShdw blurRad="63500" dist="50800" dir="13500000">
              <a:prstClr val="black">
                <a:alpha val="50000"/>
              </a:prstClr>
            </a:inn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CDA23C5F-FF08-A342-D01D-3D00A4C83290}"/>
              </a:ext>
            </a:extLst>
          </p:cNvPr>
          <p:cNvSpPr txBox="1"/>
          <p:nvPr/>
        </p:nvSpPr>
        <p:spPr>
          <a:xfrm>
            <a:off x="650457" y="614859"/>
            <a:ext cx="9446043" cy="769441"/>
          </a:xfrm>
          <a:prstGeom prst="rect">
            <a:avLst/>
          </a:prstGeom>
          <a:noFill/>
        </p:spPr>
        <p:txBody>
          <a:bodyPr wrap="square" lIns="91440" tIns="45720" rIns="91440" bIns="45720" rtlCol="0" anchor="t">
            <a:spAutoFit/>
          </a:bodyPr>
          <a:lstStyle/>
          <a:p>
            <a:r>
              <a:rPr lang="en-US" altLang="zh-CN" sz="4400" b="1" dirty="0">
                <a:solidFill>
                  <a:srgbClr val="13294B"/>
                </a:solidFill>
                <a:latin typeface="Calibri"/>
                <a:ea typeface="等线"/>
                <a:cs typeface="+mj-lt"/>
              </a:rPr>
              <a:t>Datasets</a:t>
            </a:r>
          </a:p>
        </p:txBody>
      </p:sp>
      <p:sp>
        <p:nvSpPr>
          <p:cNvPr id="9" name="半闭框 8">
            <a:extLst>
              <a:ext uri="{FF2B5EF4-FFF2-40B4-BE49-F238E27FC236}">
                <a16:creationId xmlns:a16="http://schemas.microsoft.com/office/drawing/2014/main" id="{57B828DA-13A2-CAAA-C011-5FA821ED111B}"/>
              </a:ext>
            </a:extLst>
          </p:cNvPr>
          <p:cNvSpPr/>
          <p:nvPr/>
        </p:nvSpPr>
        <p:spPr>
          <a:xfrm>
            <a:off x="163830" y="282575"/>
            <a:ext cx="3148330" cy="2355215"/>
          </a:xfrm>
          <a:prstGeom prst="halfFrame">
            <a:avLst>
              <a:gd name="adj1" fmla="val 4756"/>
              <a:gd name="adj2" fmla="val 5021"/>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10" name="半闭框 9">
            <a:extLst>
              <a:ext uri="{FF2B5EF4-FFF2-40B4-BE49-F238E27FC236}">
                <a16:creationId xmlns:a16="http://schemas.microsoft.com/office/drawing/2014/main" id="{3DCE1F55-A8BD-7933-D3BC-4F4D41E6E5D8}"/>
              </a:ext>
            </a:extLst>
          </p:cNvPr>
          <p:cNvSpPr/>
          <p:nvPr>
            <p:custDataLst>
              <p:tags r:id="rId1"/>
            </p:custDataLst>
          </p:nvPr>
        </p:nvSpPr>
        <p:spPr>
          <a:xfrm rot="10800000">
            <a:off x="8357868" y="4262753"/>
            <a:ext cx="3669983" cy="2423795"/>
          </a:xfrm>
          <a:prstGeom prst="halfFrame">
            <a:avLst>
              <a:gd name="adj1" fmla="val 4659"/>
              <a:gd name="adj2" fmla="val 4349"/>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cxnSp>
        <p:nvCxnSpPr>
          <p:cNvPr id="13" name="直接连接符 12">
            <a:extLst>
              <a:ext uri="{FF2B5EF4-FFF2-40B4-BE49-F238E27FC236}">
                <a16:creationId xmlns:a16="http://schemas.microsoft.com/office/drawing/2014/main" id="{0A956E9B-3F5A-7063-C090-C8C0EDCEF859}"/>
              </a:ext>
            </a:extLst>
          </p:cNvPr>
          <p:cNvCxnSpPr/>
          <p:nvPr/>
        </p:nvCxnSpPr>
        <p:spPr>
          <a:xfrm>
            <a:off x="650457" y="1480820"/>
            <a:ext cx="6546850" cy="14605"/>
          </a:xfrm>
          <a:prstGeom prst="line">
            <a:avLst/>
          </a:prstGeom>
          <a:ln w="57150">
            <a:solidFill>
              <a:srgbClr val="FF5F05">
                <a:alpha val="81000"/>
              </a:srgbClr>
            </a:solidFill>
          </a:ln>
        </p:spPr>
        <p:style>
          <a:lnRef idx="2">
            <a:schemeClr val="accent1"/>
          </a:lnRef>
          <a:fillRef idx="0">
            <a:srgbClr val="FFFFFF"/>
          </a:fillRef>
          <a:effectRef idx="0">
            <a:srgbClr val="FFFFFF"/>
          </a:effectRef>
          <a:fontRef idx="minor">
            <a:schemeClr val="tx1"/>
          </a:fontRef>
        </p:style>
      </p:cxnSp>
      <p:pic>
        <p:nvPicPr>
          <p:cNvPr id="100" name="图片 99">
            <a:extLst>
              <a:ext uri="{FF2B5EF4-FFF2-40B4-BE49-F238E27FC236}">
                <a16:creationId xmlns:a16="http://schemas.microsoft.com/office/drawing/2014/main" id="{D451128E-751E-504F-140B-D1073940021A}"/>
              </a:ext>
            </a:extLst>
          </p:cNvPr>
          <p:cNvPicPr/>
          <p:nvPr/>
        </p:nvPicPr>
        <p:blipFill>
          <a:blip r:embed="rId4"/>
          <a:stretch>
            <a:fillRect/>
          </a:stretch>
        </p:blipFill>
        <p:spPr>
          <a:xfrm>
            <a:off x="9906635" y="171450"/>
            <a:ext cx="1906270" cy="1212850"/>
          </a:xfrm>
          <a:prstGeom prst="rect">
            <a:avLst/>
          </a:prstGeom>
          <a:noFill/>
          <a:ln w="9525">
            <a:noFill/>
          </a:ln>
        </p:spPr>
      </p:pic>
      <p:sp>
        <p:nvSpPr>
          <p:cNvPr id="5" name="文本框 4">
            <a:extLst>
              <a:ext uri="{FF2B5EF4-FFF2-40B4-BE49-F238E27FC236}">
                <a16:creationId xmlns:a16="http://schemas.microsoft.com/office/drawing/2014/main" id="{886DC045-0072-D48D-0D23-93DAD0056235}"/>
              </a:ext>
            </a:extLst>
          </p:cNvPr>
          <p:cNvSpPr txBox="1"/>
          <p:nvPr/>
        </p:nvSpPr>
        <p:spPr>
          <a:xfrm>
            <a:off x="613543" y="1741049"/>
            <a:ext cx="10964912" cy="1154162"/>
          </a:xfrm>
          <a:prstGeom prst="rect">
            <a:avLst/>
          </a:prstGeom>
          <a:noFill/>
        </p:spPr>
        <p:txBody>
          <a:bodyPr wrap="square" lIns="91440" tIns="45720" rIns="91440" bIns="45720" rtlCol="0" anchor="t">
            <a:spAutoFit/>
          </a:bodyPr>
          <a:lstStyle/>
          <a:p>
            <a:pPr marL="457200" indent="-457200">
              <a:spcAft>
                <a:spcPts val="600"/>
              </a:spcAft>
              <a:buFont typeface="Arial" panose="020B0604020202020204" pitchFamily="34" charset="0"/>
              <a:buChar char="•"/>
            </a:pPr>
            <a:r>
              <a:rPr lang="en-US" altLang="zh-CN" sz="3200" dirty="0">
                <a:solidFill>
                  <a:srgbClr val="13294B"/>
                </a:solidFill>
                <a:latin typeface="Calibri"/>
                <a:ea typeface="宋体"/>
                <a:cs typeface="Calibri"/>
              </a:rPr>
              <a:t>Customer Support on Twitter dataset (</a:t>
            </a:r>
            <a:r>
              <a:rPr lang="en-US" altLang="zh-CN" sz="3200" dirty="0" err="1">
                <a:solidFill>
                  <a:srgbClr val="13294B"/>
                </a:solidFill>
                <a:latin typeface="Calibri"/>
                <a:ea typeface="宋体"/>
                <a:cs typeface="Calibri"/>
              </a:rPr>
              <a:t>Axelbrooke</a:t>
            </a:r>
            <a:r>
              <a:rPr lang="en-US" altLang="zh-CN" sz="3200" dirty="0">
                <a:solidFill>
                  <a:srgbClr val="13294B"/>
                </a:solidFill>
                <a:latin typeface="Calibri"/>
                <a:ea typeface="宋体"/>
                <a:cs typeface="Calibri"/>
              </a:rPr>
              <a:t>, 2017)</a:t>
            </a:r>
          </a:p>
          <a:p>
            <a:pPr marL="457200" indent="-457200">
              <a:spcAft>
                <a:spcPts val="600"/>
              </a:spcAft>
              <a:buFont typeface="Arial" panose="020B0604020202020204" pitchFamily="34" charset="0"/>
              <a:buChar char="•"/>
            </a:pPr>
            <a:endParaRPr lang="en-US" altLang="zh-CN" sz="3200" dirty="0">
              <a:solidFill>
                <a:srgbClr val="13294B"/>
              </a:solidFill>
              <a:latin typeface="Calibri"/>
              <a:ea typeface="宋体"/>
              <a:cs typeface="Calibri"/>
            </a:endParaRPr>
          </a:p>
        </p:txBody>
      </p:sp>
      <p:pic>
        <p:nvPicPr>
          <p:cNvPr id="6" name="图片 5">
            <a:extLst>
              <a:ext uri="{FF2B5EF4-FFF2-40B4-BE49-F238E27FC236}">
                <a16:creationId xmlns:a16="http://schemas.microsoft.com/office/drawing/2014/main" id="{21E9EC38-36A8-5BD2-5491-ED2CCE6F82DA}"/>
              </a:ext>
            </a:extLst>
          </p:cNvPr>
          <p:cNvPicPr>
            <a:picLocks noChangeAspect="1"/>
          </p:cNvPicPr>
          <p:nvPr/>
        </p:nvPicPr>
        <p:blipFill>
          <a:blip r:embed="rId5"/>
          <a:stretch>
            <a:fillRect/>
          </a:stretch>
        </p:blipFill>
        <p:spPr>
          <a:xfrm>
            <a:off x="1248054" y="2637790"/>
            <a:ext cx="9695892" cy="2972253"/>
          </a:xfrm>
          <a:prstGeom prst="rect">
            <a:avLst/>
          </a:prstGeom>
        </p:spPr>
      </p:pic>
    </p:spTree>
    <p:extLst>
      <p:ext uri="{BB962C8B-B14F-4D97-AF65-F5344CB8AC3E}">
        <p14:creationId xmlns:p14="http://schemas.microsoft.com/office/powerpoint/2010/main" val="2298284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518A1-EFAC-7C9D-057C-B32B36CBE32D}"/>
            </a:ext>
          </a:extLst>
        </p:cNvPr>
        <p:cNvGrpSpPr/>
        <p:nvPr/>
      </p:nvGrpSpPr>
      <p:grpSpPr>
        <a:xfrm>
          <a:off x="0" y="0"/>
          <a:ext cx="0" cy="0"/>
          <a:chOff x="0" y="0"/>
          <a:chExt cx="0" cy="0"/>
        </a:xfrm>
      </p:grpSpPr>
      <p:sp>
        <p:nvSpPr>
          <p:cNvPr id="3" name="图文框 2">
            <a:extLst>
              <a:ext uri="{FF2B5EF4-FFF2-40B4-BE49-F238E27FC236}">
                <a16:creationId xmlns:a16="http://schemas.microsoft.com/office/drawing/2014/main" id="{A6E32669-E43C-81AA-4A3F-E70AE73DC568}"/>
              </a:ext>
            </a:extLst>
          </p:cNvPr>
          <p:cNvSpPr/>
          <p:nvPr/>
        </p:nvSpPr>
        <p:spPr>
          <a:xfrm>
            <a:off x="164147" y="282575"/>
            <a:ext cx="11863705" cy="6403975"/>
          </a:xfrm>
          <a:prstGeom prst="frame">
            <a:avLst>
              <a:gd name="adj1" fmla="val 1196"/>
            </a:avLst>
          </a:prstGeom>
          <a:solidFill>
            <a:srgbClr val="13294B"/>
          </a:solidFill>
          <a:ln>
            <a:solidFill>
              <a:srgbClr val="13294B"/>
            </a:solidFill>
          </a:ln>
          <a:effectLst>
            <a:innerShdw blurRad="63500" dist="50800" dir="13500000">
              <a:prstClr val="black">
                <a:alpha val="50000"/>
              </a:prstClr>
            </a:inn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9967CEFC-D833-F21C-C860-5048BCDD3CF2}"/>
              </a:ext>
            </a:extLst>
          </p:cNvPr>
          <p:cNvSpPr txBox="1"/>
          <p:nvPr/>
        </p:nvSpPr>
        <p:spPr>
          <a:xfrm>
            <a:off x="650457" y="614859"/>
            <a:ext cx="9446043" cy="769441"/>
          </a:xfrm>
          <a:prstGeom prst="rect">
            <a:avLst/>
          </a:prstGeom>
          <a:noFill/>
        </p:spPr>
        <p:txBody>
          <a:bodyPr wrap="square" lIns="91440" tIns="45720" rIns="91440" bIns="45720" rtlCol="0" anchor="t">
            <a:spAutoFit/>
          </a:bodyPr>
          <a:lstStyle/>
          <a:p>
            <a:r>
              <a:rPr lang="en-US" altLang="zh-CN" sz="4400" b="1" dirty="0">
                <a:solidFill>
                  <a:srgbClr val="13294B"/>
                </a:solidFill>
                <a:latin typeface="Calibri"/>
                <a:ea typeface="等线"/>
                <a:cs typeface="+mj-lt"/>
              </a:rPr>
              <a:t>Experiments</a:t>
            </a:r>
          </a:p>
        </p:txBody>
      </p:sp>
      <p:sp>
        <p:nvSpPr>
          <p:cNvPr id="9" name="半闭框 8">
            <a:extLst>
              <a:ext uri="{FF2B5EF4-FFF2-40B4-BE49-F238E27FC236}">
                <a16:creationId xmlns:a16="http://schemas.microsoft.com/office/drawing/2014/main" id="{64A9240F-1D1D-6874-7429-2808239D696F}"/>
              </a:ext>
            </a:extLst>
          </p:cNvPr>
          <p:cNvSpPr/>
          <p:nvPr/>
        </p:nvSpPr>
        <p:spPr>
          <a:xfrm>
            <a:off x="163830" y="282575"/>
            <a:ext cx="3148330" cy="2355215"/>
          </a:xfrm>
          <a:prstGeom prst="halfFrame">
            <a:avLst>
              <a:gd name="adj1" fmla="val 4756"/>
              <a:gd name="adj2" fmla="val 5021"/>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10" name="半闭框 9">
            <a:extLst>
              <a:ext uri="{FF2B5EF4-FFF2-40B4-BE49-F238E27FC236}">
                <a16:creationId xmlns:a16="http://schemas.microsoft.com/office/drawing/2014/main" id="{9576FA6A-204D-6985-EC37-276C73AFCDD3}"/>
              </a:ext>
            </a:extLst>
          </p:cNvPr>
          <p:cNvSpPr/>
          <p:nvPr>
            <p:custDataLst>
              <p:tags r:id="rId1"/>
            </p:custDataLst>
          </p:nvPr>
        </p:nvSpPr>
        <p:spPr>
          <a:xfrm rot="10800000">
            <a:off x="8357868" y="4262753"/>
            <a:ext cx="3669983" cy="2423795"/>
          </a:xfrm>
          <a:prstGeom prst="halfFrame">
            <a:avLst>
              <a:gd name="adj1" fmla="val 4659"/>
              <a:gd name="adj2" fmla="val 4349"/>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cxnSp>
        <p:nvCxnSpPr>
          <p:cNvPr id="13" name="直接连接符 12">
            <a:extLst>
              <a:ext uri="{FF2B5EF4-FFF2-40B4-BE49-F238E27FC236}">
                <a16:creationId xmlns:a16="http://schemas.microsoft.com/office/drawing/2014/main" id="{31BD4A4E-80DF-0416-D31D-CC380D09CDD4}"/>
              </a:ext>
            </a:extLst>
          </p:cNvPr>
          <p:cNvCxnSpPr/>
          <p:nvPr/>
        </p:nvCxnSpPr>
        <p:spPr>
          <a:xfrm>
            <a:off x="650457" y="1480820"/>
            <a:ext cx="6546850" cy="14605"/>
          </a:xfrm>
          <a:prstGeom prst="line">
            <a:avLst/>
          </a:prstGeom>
          <a:ln w="57150">
            <a:solidFill>
              <a:srgbClr val="FF5F05">
                <a:alpha val="81000"/>
              </a:srgbClr>
            </a:solidFill>
          </a:ln>
        </p:spPr>
        <p:style>
          <a:lnRef idx="2">
            <a:schemeClr val="accent1"/>
          </a:lnRef>
          <a:fillRef idx="0">
            <a:srgbClr val="FFFFFF"/>
          </a:fillRef>
          <a:effectRef idx="0">
            <a:srgbClr val="FFFFFF"/>
          </a:effectRef>
          <a:fontRef idx="minor">
            <a:schemeClr val="tx1"/>
          </a:fontRef>
        </p:style>
      </p:cxnSp>
      <p:pic>
        <p:nvPicPr>
          <p:cNvPr id="100" name="图片 99">
            <a:extLst>
              <a:ext uri="{FF2B5EF4-FFF2-40B4-BE49-F238E27FC236}">
                <a16:creationId xmlns:a16="http://schemas.microsoft.com/office/drawing/2014/main" id="{935D7731-4F21-633B-F9F4-4229D89C8FA7}"/>
              </a:ext>
            </a:extLst>
          </p:cNvPr>
          <p:cNvPicPr/>
          <p:nvPr/>
        </p:nvPicPr>
        <p:blipFill>
          <a:blip r:embed="rId4"/>
          <a:stretch>
            <a:fillRect/>
          </a:stretch>
        </p:blipFill>
        <p:spPr>
          <a:xfrm>
            <a:off x="9906635" y="171450"/>
            <a:ext cx="1906270" cy="1212850"/>
          </a:xfrm>
          <a:prstGeom prst="rect">
            <a:avLst/>
          </a:prstGeom>
          <a:noFill/>
          <a:ln w="9525">
            <a:noFill/>
          </a:ln>
        </p:spPr>
      </p:pic>
      <p:sp>
        <p:nvSpPr>
          <p:cNvPr id="5" name="文本框 4">
            <a:extLst>
              <a:ext uri="{FF2B5EF4-FFF2-40B4-BE49-F238E27FC236}">
                <a16:creationId xmlns:a16="http://schemas.microsoft.com/office/drawing/2014/main" id="{5BF4B121-8674-D6D4-D52B-D87EBFAE8564}"/>
              </a:ext>
            </a:extLst>
          </p:cNvPr>
          <p:cNvSpPr txBox="1"/>
          <p:nvPr/>
        </p:nvSpPr>
        <p:spPr>
          <a:xfrm>
            <a:off x="613543" y="1741049"/>
            <a:ext cx="10964912" cy="3462486"/>
          </a:xfrm>
          <a:prstGeom prst="rect">
            <a:avLst/>
          </a:prstGeom>
          <a:noFill/>
        </p:spPr>
        <p:txBody>
          <a:bodyPr wrap="square" lIns="91440" tIns="45720" rIns="91440" bIns="45720" rtlCol="0" anchor="t">
            <a:spAutoFit/>
          </a:bodyPr>
          <a:lstStyle/>
          <a:p>
            <a:pPr marL="457200" indent="-457200">
              <a:spcAft>
                <a:spcPts val="600"/>
              </a:spcAft>
              <a:buFont typeface="Arial" panose="020B0604020202020204" pitchFamily="34" charset="0"/>
              <a:buChar char="•"/>
            </a:pPr>
            <a:r>
              <a:rPr lang="en-US" altLang="zh-CN" sz="3200" dirty="0">
                <a:solidFill>
                  <a:srgbClr val="13294B"/>
                </a:solidFill>
                <a:latin typeface="Calibri"/>
                <a:ea typeface="宋体"/>
                <a:cs typeface="Calibri"/>
              </a:rPr>
              <a:t>Evaluation Metrics:</a:t>
            </a:r>
          </a:p>
          <a:p>
            <a:pPr marL="914400" lvl="1" indent="-457200">
              <a:spcAft>
                <a:spcPts val="600"/>
              </a:spcAft>
              <a:buFont typeface="Arial" panose="020B0604020202020204" pitchFamily="34" charset="0"/>
              <a:buChar char="•"/>
            </a:pPr>
            <a:r>
              <a:rPr lang="en-US" altLang="zh-CN" sz="2000" dirty="0">
                <a:solidFill>
                  <a:srgbClr val="13294B"/>
                </a:solidFill>
                <a:latin typeface="Calibri"/>
                <a:ea typeface="宋体"/>
                <a:cs typeface="Calibri"/>
              </a:rPr>
              <a:t>The primary outcome is the calibration delta ∆ = ECS(LLM)−ECS(human), computed per instance and aggregated per model and domain. We also report apology density independently as a fully model-agnostic signal.</a:t>
            </a:r>
          </a:p>
          <a:p>
            <a:pPr marL="457200" indent="-457200">
              <a:spcAft>
                <a:spcPts val="600"/>
              </a:spcAft>
              <a:buFont typeface="Arial" panose="020B0604020202020204" pitchFamily="34" charset="0"/>
              <a:buChar char="•"/>
            </a:pPr>
            <a:r>
              <a:rPr lang="en-US" altLang="zh-CN" sz="3200" dirty="0">
                <a:solidFill>
                  <a:srgbClr val="13294B"/>
                </a:solidFill>
                <a:latin typeface="Calibri"/>
                <a:ea typeface="宋体"/>
                <a:cs typeface="Calibri"/>
              </a:rPr>
              <a:t>Baselines:</a:t>
            </a:r>
          </a:p>
          <a:p>
            <a:pPr marL="914400" lvl="1" indent="-457200">
              <a:spcAft>
                <a:spcPts val="600"/>
              </a:spcAft>
              <a:buFont typeface="Arial" panose="020B0604020202020204" pitchFamily="34" charset="0"/>
              <a:buChar char="•"/>
            </a:pPr>
            <a:r>
              <a:rPr lang="en-US" altLang="zh-CN" sz="2000" dirty="0">
                <a:solidFill>
                  <a:srgbClr val="13294B"/>
                </a:solidFill>
                <a:latin typeface="Calibri"/>
                <a:ea typeface="宋体"/>
                <a:cs typeface="Calibri"/>
              </a:rPr>
              <a:t>We evaluate three frontier models as candidate systems: GPT-4o, Claude 3.5 Sonnet, and Gemini 1.5 Flash. All three are evaluated under the same minimal neutral prompt with no persona or tone instruction. The human agent responses from the Twitter dataset serve as the behavioral ground truth baseline.</a:t>
            </a:r>
          </a:p>
        </p:txBody>
      </p:sp>
    </p:spTree>
    <p:extLst>
      <p:ext uri="{BB962C8B-B14F-4D97-AF65-F5344CB8AC3E}">
        <p14:creationId xmlns:p14="http://schemas.microsoft.com/office/powerpoint/2010/main" val="648843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5096F-3A92-E9AB-D4DC-68371996E91E}"/>
            </a:ext>
          </a:extLst>
        </p:cNvPr>
        <p:cNvGrpSpPr/>
        <p:nvPr/>
      </p:nvGrpSpPr>
      <p:grpSpPr>
        <a:xfrm>
          <a:off x="0" y="0"/>
          <a:ext cx="0" cy="0"/>
          <a:chOff x="0" y="0"/>
          <a:chExt cx="0" cy="0"/>
        </a:xfrm>
      </p:grpSpPr>
      <p:sp>
        <p:nvSpPr>
          <p:cNvPr id="3" name="图文框 2">
            <a:extLst>
              <a:ext uri="{FF2B5EF4-FFF2-40B4-BE49-F238E27FC236}">
                <a16:creationId xmlns:a16="http://schemas.microsoft.com/office/drawing/2014/main" id="{38E4C8C1-0439-8CF3-1D3C-B869BFA310EB}"/>
              </a:ext>
            </a:extLst>
          </p:cNvPr>
          <p:cNvSpPr/>
          <p:nvPr/>
        </p:nvSpPr>
        <p:spPr>
          <a:xfrm>
            <a:off x="164147" y="282575"/>
            <a:ext cx="11863705" cy="6403975"/>
          </a:xfrm>
          <a:prstGeom prst="frame">
            <a:avLst>
              <a:gd name="adj1" fmla="val 1196"/>
            </a:avLst>
          </a:prstGeom>
          <a:solidFill>
            <a:srgbClr val="13294B"/>
          </a:solidFill>
          <a:ln>
            <a:solidFill>
              <a:srgbClr val="13294B"/>
            </a:solidFill>
          </a:ln>
          <a:effectLst>
            <a:innerShdw blurRad="63500" dist="50800" dir="13500000">
              <a:prstClr val="black">
                <a:alpha val="50000"/>
              </a:prstClr>
            </a:inn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321A214-2494-84E4-799C-D08B7F8DC0FB}"/>
              </a:ext>
            </a:extLst>
          </p:cNvPr>
          <p:cNvSpPr txBox="1"/>
          <p:nvPr/>
        </p:nvSpPr>
        <p:spPr>
          <a:xfrm>
            <a:off x="650457" y="614859"/>
            <a:ext cx="9446043" cy="769441"/>
          </a:xfrm>
          <a:prstGeom prst="rect">
            <a:avLst/>
          </a:prstGeom>
          <a:noFill/>
        </p:spPr>
        <p:txBody>
          <a:bodyPr wrap="square" lIns="91440" tIns="45720" rIns="91440" bIns="45720" rtlCol="0" anchor="t">
            <a:spAutoFit/>
          </a:bodyPr>
          <a:lstStyle/>
          <a:p>
            <a:r>
              <a:rPr lang="en-US" altLang="zh-CN" sz="4400" b="1" dirty="0">
                <a:solidFill>
                  <a:srgbClr val="13294B"/>
                </a:solidFill>
                <a:latin typeface="Calibri"/>
                <a:ea typeface="等线"/>
                <a:cs typeface="+mj-lt"/>
              </a:rPr>
              <a:t>Experiments</a:t>
            </a:r>
          </a:p>
        </p:txBody>
      </p:sp>
      <p:sp>
        <p:nvSpPr>
          <p:cNvPr id="9" name="半闭框 8">
            <a:extLst>
              <a:ext uri="{FF2B5EF4-FFF2-40B4-BE49-F238E27FC236}">
                <a16:creationId xmlns:a16="http://schemas.microsoft.com/office/drawing/2014/main" id="{315BCC47-11C5-9C98-E7ED-6FF7A3083D52}"/>
              </a:ext>
            </a:extLst>
          </p:cNvPr>
          <p:cNvSpPr/>
          <p:nvPr/>
        </p:nvSpPr>
        <p:spPr>
          <a:xfrm>
            <a:off x="163830" y="282575"/>
            <a:ext cx="3148330" cy="2355215"/>
          </a:xfrm>
          <a:prstGeom prst="halfFrame">
            <a:avLst>
              <a:gd name="adj1" fmla="val 4756"/>
              <a:gd name="adj2" fmla="val 5021"/>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10" name="半闭框 9">
            <a:extLst>
              <a:ext uri="{FF2B5EF4-FFF2-40B4-BE49-F238E27FC236}">
                <a16:creationId xmlns:a16="http://schemas.microsoft.com/office/drawing/2014/main" id="{C336E2CE-A10F-E135-D5DE-85CAC09B26BF}"/>
              </a:ext>
            </a:extLst>
          </p:cNvPr>
          <p:cNvSpPr/>
          <p:nvPr>
            <p:custDataLst>
              <p:tags r:id="rId1"/>
            </p:custDataLst>
          </p:nvPr>
        </p:nvSpPr>
        <p:spPr>
          <a:xfrm rot="10800000">
            <a:off x="8357868" y="4262753"/>
            <a:ext cx="3669983" cy="2423795"/>
          </a:xfrm>
          <a:prstGeom prst="halfFrame">
            <a:avLst>
              <a:gd name="adj1" fmla="val 4659"/>
              <a:gd name="adj2" fmla="val 4349"/>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cxnSp>
        <p:nvCxnSpPr>
          <p:cNvPr id="13" name="直接连接符 12">
            <a:extLst>
              <a:ext uri="{FF2B5EF4-FFF2-40B4-BE49-F238E27FC236}">
                <a16:creationId xmlns:a16="http://schemas.microsoft.com/office/drawing/2014/main" id="{D16DD379-F2CD-5040-8929-0BDEFC38FDEE}"/>
              </a:ext>
            </a:extLst>
          </p:cNvPr>
          <p:cNvCxnSpPr/>
          <p:nvPr/>
        </p:nvCxnSpPr>
        <p:spPr>
          <a:xfrm>
            <a:off x="650457" y="1480820"/>
            <a:ext cx="6546850" cy="14605"/>
          </a:xfrm>
          <a:prstGeom prst="line">
            <a:avLst/>
          </a:prstGeom>
          <a:ln w="57150">
            <a:solidFill>
              <a:srgbClr val="FF5F05">
                <a:alpha val="81000"/>
              </a:srgbClr>
            </a:solidFill>
          </a:ln>
        </p:spPr>
        <p:style>
          <a:lnRef idx="2">
            <a:schemeClr val="accent1"/>
          </a:lnRef>
          <a:fillRef idx="0">
            <a:srgbClr val="FFFFFF"/>
          </a:fillRef>
          <a:effectRef idx="0">
            <a:srgbClr val="FFFFFF"/>
          </a:effectRef>
          <a:fontRef idx="minor">
            <a:schemeClr val="tx1"/>
          </a:fontRef>
        </p:style>
      </p:cxnSp>
      <p:pic>
        <p:nvPicPr>
          <p:cNvPr id="100" name="图片 99">
            <a:extLst>
              <a:ext uri="{FF2B5EF4-FFF2-40B4-BE49-F238E27FC236}">
                <a16:creationId xmlns:a16="http://schemas.microsoft.com/office/drawing/2014/main" id="{0C605A51-1FDC-6F17-F18F-56BE131BF26E}"/>
              </a:ext>
            </a:extLst>
          </p:cNvPr>
          <p:cNvPicPr/>
          <p:nvPr/>
        </p:nvPicPr>
        <p:blipFill>
          <a:blip r:embed="rId4"/>
          <a:stretch>
            <a:fillRect/>
          </a:stretch>
        </p:blipFill>
        <p:spPr>
          <a:xfrm>
            <a:off x="9906635" y="171450"/>
            <a:ext cx="1906270" cy="1212850"/>
          </a:xfrm>
          <a:prstGeom prst="rect">
            <a:avLst/>
          </a:prstGeom>
          <a:noFill/>
          <a:ln w="9525">
            <a:noFill/>
          </a:ln>
        </p:spPr>
      </p:pic>
      <p:sp>
        <p:nvSpPr>
          <p:cNvPr id="5" name="文本框 4">
            <a:extLst>
              <a:ext uri="{FF2B5EF4-FFF2-40B4-BE49-F238E27FC236}">
                <a16:creationId xmlns:a16="http://schemas.microsoft.com/office/drawing/2014/main" id="{4A026E4D-2F9F-7E3C-EABE-E1351AA45336}"/>
              </a:ext>
            </a:extLst>
          </p:cNvPr>
          <p:cNvSpPr txBox="1"/>
          <p:nvPr/>
        </p:nvSpPr>
        <p:spPr>
          <a:xfrm>
            <a:off x="613543" y="1741049"/>
            <a:ext cx="10964912" cy="584775"/>
          </a:xfrm>
          <a:prstGeom prst="rect">
            <a:avLst/>
          </a:prstGeom>
          <a:noFill/>
        </p:spPr>
        <p:txBody>
          <a:bodyPr wrap="square" lIns="91440" tIns="45720" rIns="91440" bIns="45720" rtlCol="0" anchor="t">
            <a:spAutoFit/>
          </a:bodyPr>
          <a:lstStyle/>
          <a:p>
            <a:pPr marL="457200" indent="-457200">
              <a:spcAft>
                <a:spcPts val="600"/>
              </a:spcAft>
              <a:buFont typeface="Arial" panose="020B0604020202020204" pitchFamily="34" charset="0"/>
              <a:buChar char="•"/>
            </a:pPr>
            <a:r>
              <a:rPr lang="en-US" altLang="zh-CN" sz="3200" dirty="0">
                <a:solidFill>
                  <a:srgbClr val="13294B"/>
                </a:solidFill>
                <a:latin typeface="Calibri"/>
                <a:ea typeface="宋体"/>
                <a:cs typeface="Calibri"/>
              </a:rPr>
              <a:t>Results:</a:t>
            </a:r>
            <a:endParaRPr lang="en-US" altLang="zh-CN" sz="2000" dirty="0">
              <a:solidFill>
                <a:srgbClr val="13294B"/>
              </a:solidFill>
              <a:latin typeface="Calibri"/>
              <a:ea typeface="宋体"/>
              <a:cs typeface="Calibri"/>
            </a:endParaRPr>
          </a:p>
        </p:txBody>
      </p:sp>
    </p:spTree>
    <p:extLst>
      <p:ext uri="{BB962C8B-B14F-4D97-AF65-F5344CB8AC3E}">
        <p14:creationId xmlns:p14="http://schemas.microsoft.com/office/powerpoint/2010/main" val="8187964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27B3F-C0CE-A9E4-1359-4A4A0BE2AFC3}"/>
            </a:ext>
          </a:extLst>
        </p:cNvPr>
        <p:cNvGrpSpPr/>
        <p:nvPr/>
      </p:nvGrpSpPr>
      <p:grpSpPr>
        <a:xfrm>
          <a:off x="0" y="0"/>
          <a:ext cx="0" cy="0"/>
          <a:chOff x="0" y="0"/>
          <a:chExt cx="0" cy="0"/>
        </a:xfrm>
      </p:grpSpPr>
      <p:sp>
        <p:nvSpPr>
          <p:cNvPr id="3" name="图文框 2">
            <a:extLst>
              <a:ext uri="{FF2B5EF4-FFF2-40B4-BE49-F238E27FC236}">
                <a16:creationId xmlns:a16="http://schemas.microsoft.com/office/drawing/2014/main" id="{8131D144-1C33-0B46-47AE-EF50F1FFB937}"/>
              </a:ext>
            </a:extLst>
          </p:cNvPr>
          <p:cNvSpPr/>
          <p:nvPr/>
        </p:nvSpPr>
        <p:spPr>
          <a:xfrm>
            <a:off x="164147" y="282575"/>
            <a:ext cx="11863705" cy="6403975"/>
          </a:xfrm>
          <a:prstGeom prst="frame">
            <a:avLst>
              <a:gd name="adj1" fmla="val 1196"/>
            </a:avLst>
          </a:prstGeom>
          <a:solidFill>
            <a:srgbClr val="13294B"/>
          </a:solidFill>
          <a:ln>
            <a:solidFill>
              <a:srgbClr val="13294B"/>
            </a:solidFill>
          </a:ln>
          <a:effectLst>
            <a:innerShdw blurRad="63500" dist="50800" dir="13500000">
              <a:prstClr val="black">
                <a:alpha val="50000"/>
              </a:prstClr>
            </a:inn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ADE65386-35E8-BF11-F93A-219CCB3C9886}"/>
              </a:ext>
            </a:extLst>
          </p:cNvPr>
          <p:cNvSpPr txBox="1"/>
          <p:nvPr/>
        </p:nvSpPr>
        <p:spPr>
          <a:xfrm>
            <a:off x="650457" y="614859"/>
            <a:ext cx="9446043" cy="769441"/>
          </a:xfrm>
          <a:prstGeom prst="rect">
            <a:avLst/>
          </a:prstGeom>
          <a:noFill/>
        </p:spPr>
        <p:txBody>
          <a:bodyPr wrap="square" lIns="91440" tIns="45720" rIns="91440" bIns="45720" rtlCol="0" anchor="t">
            <a:spAutoFit/>
          </a:bodyPr>
          <a:lstStyle/>
          <a:p>
            <a:r>
              <a:rPr lang="en-US" altLang="zh-CN" sz="4400" b="1" dirty="0">
                <a:solidFill>
                  <a:srgbClr val="13294B"/>
                </a:solidFill>
                <a:latin typeface="Calibri"/>
                <a:ea typeface="等线"/>
                <a:cs typeface="+mj-lt"/>
              </a:rPr>
              <a:t>Conclusion &amp; Limitation</a:t>
            </a:r>
          </a:p>
        </p:txBody>
      </p:sp>
      <p:sp>
        <p:nvSpPr>
          <p:cNvPr id="9" name="半闭框 8">
            <a:extLst>
              <a:ext uri="{FF2B5EF4-FFF2-40B4-BE49-F238E27FC236}">
                <a16:creationId xmlns:a16="http://schemas.microsoft.com/office/drawing/2014/main" id="{FDD4F1B0-E911-555A-86C0-A48E753525CD}"/>
              </a:ext>
            </a:extLst>
          </p:cNvPr>
          <p:cNvSpPr/>
          <p:nvPr/>
        </p:nvSpPr>
        <p:spPr>
          <a:xfrm>
            <a:off x="163830" y="282575"/>
            <a:ext cx="3148330" cy="2355215"/>
          </a:xfrm>
          <a:prstGeom prst="halfFrame">
            <a:avLst>
              <a:gd name="adj1" fmla="val 4756"/>
              <a:gd name="adj2" fmla="val 5021"/>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10" name="半闭框 9">
            <a:extLst>
              <a:ext uri="{FF2B5EF4-FFF2-40B4-BE49-F238E27FC236}">
                <a16:creationId xmlns:a16="http://schemas.microsoft.com/office/drawing/2014/main" id="{C169AE3C-9591-D19E-1694-127228FA4A4A}"/>
              </a:ext>
            </a:extLst>
          </p:cNvPr>
          <p:cNvSpPr/>
          <p:nvPr>
            <p:custDataLst>
              <p:tags r:id="rId1"/>
            </p:custDataLst>
          </p:nvPr>
        </p:nvSpPr>
        <p:spPr>
          <a:xfrm rot="10800000">
            <a:off x="8357868" y="4262753"/>
            <a:ext cx="3669983" cy="2423795"/>
          </a:xfrm>
          <a:prstGeom prst="halfFrame">
            <a:avLst>
              <a:gd name="adj1" fmla="val 4659"/>
              <a:gd name="adj2" fmla="val 4349"/>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cxnSp>
        <p:nvCxnSpPr>
          <p:cNvPr id="13" name="直接连接符 12">
            <a:extLst>
              <a:ext uri="{FF2B5EF4-FFF2-40B4-BE49-F238E27FC236}">
                <a16:creationId xmlns:a16="http://schemas.microsoft.com/office/drawing/2014/main" id="{C43D726A-5493-F579-0CA0-10B9C9CA6E98}"/>
              </a:ext>
            </a:extLst>
          </p:cNvPr>
          <p:cNvCxnSpPr/>
          <p:nvPr/>
        </p:nvCxnSpPr>
        <p:spPr>
          <a:xfrm>
            <a:off x="650457" y="1480820"/>
            <a:ext cx="6546850" cy="14605"/>
          </a:xfrm>
          <a:prstGeom prst="line">
            <a:avLst/>
          </a:prstGeom>
          <a:ln w="57150">
            <a:solidFill>
              <a:srgbClr val="FF5F05">
                <a:alpha val="81000"/>
              </a:srgbClr>
            </a:solidFill>
          </a:ln>
        </p:spPr>
        <p:style>
          <a:lnRef idx="2">
            <a:schemeClr val="accent1"/>
          </a:lnRef>
          <a:fillRef idx="0">
            <a:srgbClr val="FFFFFF"/>
          </a:fillRef>
          <a:effectRef idx="0">
            <a:srgbClr val="FFFFFF"/>
          </a:effectRef>
          <a:fontRef idx="minor">
            <a:schemeClr val="tx1"/>
          </a:fontRef>
        </p:style>
      </p:cxnSp>
      <p:pic>
        <p:nvPicPr>
          <p:cNvPr id="100" name="图片 99">
            <a:extLst>
              <a:ext uri="{FF2B5EF4-FFF2-40B4-BE49-F238E27FC236}">
                <a16:creationId xmlns:a16="http://schemas.microsoft.com/office/drawing/2014/main" id="{F73F639D-26B1-9CD6-7383-43CB03DB13CF}"/>
              </a:ext>
            </a:extLst>
          </p:cNvPr>
          <p:cNvPicPr/>
          <p:nvPr/>
        </p:nvPicPr>
        <p:blipFill>
          <a:blip r:embed="rId4"/>
          <a:stretch>
            <a:fillRect/>
          </a:stretch>
        </p:blipFill>
        <p:spPr>
          <a:xfrm>
            <a:off x="9906635" y="171450"/>
            <a:ext cx="1906270" cy="1212850"/>
          </a:xfrm>
          <a:prstGeom prst="rect">
            <a:avLst/>
          </a:prstGeom>
          <a:noFill/>
          <a:ln w="9525">
            <a:noFill/>
          </a:ln>
        </p:spPr>
      </p:pic>
      <p:sp>
        <p:nvSpPr>
          <p:cNvPr id="5" name="文本框 4">
            <a:extLst>
              <a:ext uri="{FF2B5EF4-FFF2-40B4-BE49-F238E27FC236}">
                <a16:creationId xmlns:a16="http://schemas.microsoft.com/office/drawing/2014/main" id="{25D8EBBB-7D89-A5FE-3A8C-9E9CFB312697}"/>
              </a:ext>
            </a:extLst>
          </p:cNvPr>
          <p:cNvSpPr txBox="1"/>
          <p:nvPr/>
        </p:nvSpPr>
        <p:spPr>
          <a:xfrm>
            <a:off x="613543" y="1741049"/>
            <a:ext cx="10964912" cy="4001095"/>
          </a:xfrm>
          <a:prstGeom prst="rect">
            <a:avLst/>
          </a:prstGeom>
          <a:noFill/>
        </p:spPr>
        <p:txBody>
          <a:bodyPr wrap="square" lIns="91440" tIns="45720" rIns="91440" bIns="45720" rtlCol="0" anchor="t">
            <a:spAutoFit/>
          </a:bodyPr>
          <a:lstStyle/>
          <a:p>
            <a:pPr marL="457200" indent="-457200">
              <a:spcAft>
                <a:spcPts val="600"/>
              </a:spcAft>
              <a:buFont typeface="Arial" panose="020B0604020202020204" pitchFamily="34" charset="0"/>
              <a:buChar char="•"/>
            </a:pPr>
            <a:r>
              <a:rPr lang="en-US" altLang="zh-CN" sz="3200" b="1" dirty="0">
                <a:solidFill>
                  <a:srgbClr val="13294B"/>
                </a:solidFill>
                <a:latin typeface="Calibri"/>
                <a:ea typeface="宋体"/>
                <a:cs typeface="Calibri"/>
              </a:rPr>
              <a:t>Conclusion 1:</a:t>
            </a:r>
          </a:p>
          <a:p>
            <a:pPr marL="914400" lvl="1" indent="-457200">
              <a:spcAft>
                <a:spcPts val="600"/>
              </a:spcAft>
              <a:buFont typeface="Arial" panose="020B0604020202020204" pitchFamily="34" charset="0"/>
              <a:buChar char="•"/>
            </a:pPr>
            <a:r>
              <a:rPr lang="en-US" altLang="zh-CN" sz="3200" dirty="0">
                <a:solidFill>
                  <a:srgbClr val="13294B"/>
                </a:solidFill>
                <a:latin typeface="Calibri"/>
                <a:ea typeface="宋体"/>
                <a:cs typeface="Calibri"/>
              </a:rPr>
              <a:t>11112222</a:t>
            </a:r>
          </a:p>
          <a:p>
            <a:pPr marL="457200" indent="-457200">
              <a:spcAft>
                <a:spcPts val="600"/>
              </a:spcAft>
              <a:buFont typeface="Arial" panose="020B0604020202020204" pitchFamily="34" charset="0"/>
              <a:buChar char="•"/>
            </a:pPr>
            <a:r>
              <a:rPr lang="en-US" altLang="zh-CN" sz="3200" b="1" dirty="0">
                <a:solidFill>
                  <a:srgbClr val="13294B"/>
                </a:solidFill>
                <a:latin typeface="Calibri"/>
                <a:ea typeface="宋体"/>
                <a:cs typeface="Calibri"/>
              </a:rPr>
              <a:t>Conclusion 2:</a:t>
            </a:r>
          </a:p>
          <a:p>
            <a:pPr marL="914400" lvl="1" indent="-457200">
              <a:spcAft>
                <a:spcPts val="600"/>
              </a:spcAft>
              <a:buFont typeface="Arial" panose="020B0604020202020204" pitchFamily="34" charset="0"/>
              <a:buChar char="•"/>
            </a:pPr>
            <a:r>
              <a:rPr lang="en-US" altLang="zh-CN" sz="3200" dirty="0">
                <a:solidFill>
                  <a:srgbClr val="13294B"/>
                </a:solidFill>
                <a:latin typeface="Calibri"/>
                <a:ea typeface="宋体"/>
                <a:cs typeface="Calibri"/>
              </a:rPr>
              <a:t>22223333</a:t>
            </a:r>
          </a:p>
          <a:p>
            <a:pPr marL="457200" indent="-457200">
              <a:spcAft>
                <a:spcPts val="600"/>
              </a:spcAft>
              <a:buFont typeface="Arial" panose="020B0604020202020204" pitchFamily="34" charset="0"/>
              <a:buChar char="•"/>
            </a:pPr>
            <a:endParaRPr lang="en-US" altLang="zh-CN" sz="3200" b="1" dirty="0">
              <a:solidFill>
                <a:srgbClr val="13294B"/>
              </a:solidFill>
              <a:latin typeface="Calibri"/>
              <a:ea typeface="宋体"/>
              <a:cs typeface="Calibri"/>
            </a:endParaRPr>
          </a:p>
          <a:p>
            <a:pPr marL="457200" indent="-457200">
              <a:spcAft>
                <a:spcPts val="600"/>
              </a:spcAft>
              <a:buFont typeface="Arial" panose="020B0604020202020204" pitchFamily="34" charset="0"/>
              <a:buChar char="•"/>
            </a:pPr>
            <a:endParaRPr lang="en-US" altLang="zh-CN" sz="3200" b="1" dirty="0">
              <a:solidFill>
                <a:srgbClr val="13294B"/>
              </a:solidFill>
              <a:latin typeface="Calibri"/>
              <a:ea typeface="宋体"/>
              <a:cs typeface="Calibri"/>
            </a:endParaRPr>
          </a:p>
          <a:p>
            <a:pPr>
              <a:spcAft>
                <a:spcPts val="600"/>
              </a:spcAft>
            </a:pPr>
            <a:r>
              <a:rPr lang="en-US" altLang="zh-CN" sz="3200" b="1" dirty="0">
                <a:solidFill>
                  <a:srgbClr val="13294B"/>
                </a:solidFill>
                <a:latin typeface="Calibri"/>
                <a:ea typeface="宋体"/>
                <a:cs typeface="Calibri"/>
              </a:rPr>
              <a:t> </a:t>
            </a:r>
          </a:p>
        </p:txBody>
      </p:sp>
    </p:spTree>
    <p:extLst>
      <p:ext uri="{BB962C8B-B14F-4D97-AF65-F5344CB8AC3E}">
        <p14:creationId xmlns:p14="http://schemas.microsoft.com/office/powerpoint/2010/main" val="3520523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92A2E-AFD7-9943-2519-30DF0B2846D5}"/>
            </a:ext>
          </a:extLst>
        </p:cNvPr>
        <p:cNvGrpSpPr/>
        <p:nvPr/>
      </p:nvGrpSpPr>
      <p:grpSpPr>
        <a:xfrm>
          <a:off x="0" y="0"/>
          <a:ext cx="0" cy="0"/>
          <a:chOff x="0" y="0"/>
          <a:chExt cx="0" cy="0"/>
        </a:xfrm>
      </p:grpSpPr>
      <p:sp>
        <p:nvSpPr>
          <p:cNvPr id="3" name="图文框 2">
            <a:extLst>
              <a:ext uri="{FF2B5EF4-FFF2-40B4-BE49-F238E27FC236}">
                <a16:creationId xmlns:a16="http://schemas.microsoft.com/office/drawing/2014/main" id="{2496E383-A7BE-C8AE-CAC4-8F5A48022BA5}"/>
              </a:ext>
            </a:extLst>
          </p:cNvPr>
          <p:cNvSpPr/>
          <p:nvPr/>
        </p:nvSpPr>
        <p:spPr>
          <a:xfrm>
            <a:off x="164147" y="282575"/>
            <a:ext cx="11863705" cy="6403975"/>
          </a:xfrm>
          <a:prstGeom prst="frame">
            <a:avLst>
              <a:gd name="adj1" fmla="val 1196"/>
            </a:avLst>
          </a:prstGeom>
          <a:solidFill>
            <a:srgbClr val="13294B"/>
          </a:solidFill>
          <a:ln>
            <a:solidFill>
              <a:srgbClr val="13294B"/>
            </a:solidFill>
          </a:ln>
          <a:effectLst>
            <a:innerShdw blurRad="63500" dist="50800" dir="13500000">
              <a:prstClr val="black">
                <a:alpha val="50000"/>
              </a:prstClr>
            </a:inn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A9FB4F93-AF84-404A-0BBB-4422EC37B4FC}"/>
              </a:ext>
            </a:extLst>
          </p:cNvPr>
          <p:cNvSpPr txBox="1"/>
          <p:nvPr/>
        </p:nvSpPr>
        <p:spPr>
          <a:xfrm>
            <a:off x="650457" y="614859"/>
            <a:ext cx="9446043" cy="769441"/>
          </a:xfrm>
          <a:prstGeom prst="rect">
            <a:avLst/>
          </a:prstGeom>
          <a:noFill/>
        </p:spPr>
        <p:txBody>
          <a:bodyPr wrap="square" lIns="91440" tIns="45720" rIns="91440" bIns="45720" rtlCol="0" anchor="t">
            <a:spAutoFit/>
          </a:bodyPr>
          <a:lstStyle/>
          <a:p>
            <a:r>
              <a:rPr lang="en-US" altLang="zh-CN" sz="4400" b="1" dirty="0">
                <a:solidFill>
                  <a:srgbClr val="13294B"/>
                </a:solidFill>
                <a:latin typeface="Calibri"/>
                <a:ea typeface="等线"/>
                <a:cs typeface="+mj-lt"/>
              </a:rPr>
              <a:t>Future Works</a:t>
            </a:r>
          </a:p>
        </p:txBody>
      </p:sp>
      <p:sp>
        <p:nvSpPr>
          <p:cNvPr id="9" name="半闭框 8">
            <a:extLst>
              <a:ext uri="{FF2B5EF4-FFF2-40B4-BE49-F238E27FC236}">
                <a16:creationId xmlns:a16="http://schemas.microsoft.com/office/drawing/2014/main" id="{3FF36AB2-62E7-1DE0-937F-961918895C1B}"/>
              </a:ext>
            </a:extLst>
          </p:cNvPr>
          <p:cNvSpPr/>
          <p:nvPr/>
        </p:nvSpPr>
        <p:spPr>
          <a:xfrm>
            <a:off x="163830" y="282575"/>
            <a:ext cx="3148330" cy="2355215"/>
          </a:xfrm>
          <a:prstGeom prst="halfFrame">
            <a:avLst>
              <a:gd name="adj1" fmla="val 4756"/>
              <a:gd name="adj2" fmla="val 5021"/>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10" name="半闭框 9">
            <a:extLst>
              <a:ext uri="{FF2B5EF4-FFF2-40B4-BE49-F238E27FC236}">
                <a16:creationId xmlns:a16="http://schemas.microsoft.com/office/drawing/2014/main" id="{619808A8-0E2B-499B-9C3E-6AFFF5F65A3F}"/>
              </a:ext>
            </a:extLst>
          </p:cNvPr>
          <p:cNvSpPr/>
          <p:nvPr>
            <p:custDataLst>
              <p:tags r:id="rId1"/>
            </p:custDataLst>
          </p:nvPr>
        </p:nvSpPr>
        <p:spPr>
          <a:xfrm rot="10800000">
            <a:off x="8357868" y="4262753"/>
            <a:ext cx="3669983" cy="2423795"/>
          </a:xfrm>
          <a:prstGeom prst="halfFrame">
            <a:avLst>
              <a:gd name="adj1" fmla="val 4659"/>
              <a:gd name="adj2" fmla="val 4349"/>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cxnSp>
        <p:nvCxnSpPr>
          <p:cNvPr id="13" name="直接连接符 12">
            <a:extLst>
              <a:ext uri="{FF2B5EF4-FFF2-40B4-BE49-F238E27FC236}">
                <a16:creationId xmlns:a16="http://schemas.microsoft.com/office/drawing/2014/main" id="{2782AA16-8086-7957-4CEE-D968A6DB722F}"/>
              </a:ext>
            </a:extLst>
          </p:cNvPr>
          <p:cNvCxnSpPr/>
          <p:nvPr/>
        </p:nvCxnSpPr>
        <p:spPr>
          <a:xfrm>
            <a:off x="650457" y="1480820"/>
            <a:ext cx="6546850" cy="14605"/>
          </a:xfrm>
          <a:prstGeom prst="line">
            <a:avLst/>
          </a:prstGeom>
          <a:ln w="57150">
            <a:solidFill>
              <a:srgbClr val="FF5F05">
                <a:alpha val="81000"/>
              </a:srgbClr>
            </a:solidFill>
          </a:ln>
        </p:spPr>
        <p:style>
          <a:lnRef idx="2">
            <a:schemeClr val="accent1"/>
          </a:lnRef>
          <a:fillRef idx="0">
            <a:srgbClr val="FFFFFF"/>
          </a:fillRef>
          <a:effectRef idx="0">
            <a:srgbClr val="FFFFFF"/>
          </a:effectRef>
          <a:fontRef idx="minor">
            <a:schemeClr val="tx1"/>
          </a:fontRef>
        </p:style>
      </p:cxnSp>
      <p:pic>
        <p:nvPicPr>
          <p:cNvPr id="100" name="图片 99">
            <a:extLst>
              <a:ext uri="{FF2B5EF4-FFF2-40B4-BE49-F238E27FC236}">
                <a16:creationId xmlns:a16="http://schemas.microsoft.com/office/drawing/2014/main" id="{F71171B4-C3D9-CF5C-7B4B-56EFAAF3183B}"/>
              </a:ext>
            </a:extLst>
          </p:cNvPr>
          <p:cNvPicPr/>
          <p:nvPr/>
        </p:nvPicPr>
        <p:blipFill>
          <a:blip r:embed="rId4"/>
          <a:stretch>
            <a:fillRect/>
          </a:stretch>
        </p:blipFill>
        <p:spPr>
          <a:xfrm>
            <a:off x="9906635" y="171450"/>
            <a:ext cx="1906270" cy="1212850"/>
          </a:xfrm>
          <a:prstGeom prst="rect">
            <a:avLst/>
          </a:prstGeom>
          <a:noFill/>
          <a:ln w="9525">
            <a:noFill/>
          </a:ln>
        </p:spPr>
      </p:pic>
      <p:sp>
        <p:nvSpPr>
          <p:cNvPr id="5" name="文本框 4">
            <a:extLst>
              <a:ext uri="{FF2B5EF4-FFF2-40B4-BE49-F238E27FC236}">
                <a16:creationId xmlns:a16="http://schemas.microsoft.com/office/drawing/2014/main" id="{66732831-3A48-AA96-5C7E-EF953BA75DE0}"/>
              </a:ext>
            </a:extLst>
          </p:cNvPr>
          <p:cNvSpPr txBox="1"/>
          <p:nvPr/>
        </p:nvSpPr>
        <p:spPr>
          <a:xfrm>
            <a:off x="613543" y="1741049"/>
            <a:ext cx="10964912" cy="4001095"/>
          </a:xfrm>
          <a:prstGeom prst="rect">
            <a:avLst/>
          </a:prstGeom>
          <a:noFill/>
        </p:spPr>
        <p:txBody>
          <a:bodyPr wrap="square" lIns="91440" tIns="45720" rIns="91440" bIns="45720" rtlCol="0" anchor="t">
            <a:spAutoFit/>
          </a:bodyPr>
          <a:lstStyle/>
          <a:p>
            <a:pPr marL="457200" indent="-457200">
              <a:spcAft>
                <a:spcPts val="600"/>
              </a:spcAft>
              <a:buFont typeface="Arial" panose="020B0604020202020204" pitchFamily="34" charset="0"/>
              <a:buChar char="•"/>
            </a:pPr>
            <a:r>
              <a:rPr lang="en-US" altLang="zh-CN" sz="3200" b="1" dirty="0">
                <a:solidFill>
                  <a:srgbClr val="13294B"/>
                </a:solidFill>
                <a:latin typeface="Calibri"/>
                <a:ea typeface="宋体"/>
                <a:cs typeface="Calibri"/>
              </a:rPr>
              <a:t>Conclusion 1:</a:t>
            </a:r>
          </a:p>
          <a:p>
            <a:pPr marL="914400" lvl="1" indent="-457200">
              <a:spcAft>
                <a:spcPts val="600"/>
              </a:spcAft>
              <a:buFont typeface="Arial" panose="020B0604020202020204" pitchFamily="34" charset="0"/>
              <a:buChar char="•"/>
            </a:pPr>
            <a:r>
              <a:rPr lang="en-US" altLang="zh-CN" sz="3200" dirty="0">
                <a:solidFill>
                  <a:srgbClr val="13294B"/>
                </a:solidFill>
                <a:latin typeface="Calibri"/>
                <a:ea typeface="宋体"/>
                <a:cs typeface="Calibri"/>
              </a:rPr>
              <a:t>11112222</a:t>
            </a:r>
          </a:p>
          <a:p>
            <a:pPr marL="457200" indent="-457200">
              <a:spcAft>
                <a:spcPts val="600"/>
              </a:spcAft>
              <a:buFont typeface="Arial" panose="020B0604020202020204" pitchFamily="34" charset="0"/>
              <a:buChar char="•"/>
            </a:pPr>
            <a:r>
              <a:rPr lang="en-US" altLang="zh-CN" sz="3200" b="1" dirty="0">
                <a:solidFill>
                  <a:srgbClr val="13294B"/>
                </a:solidFill>
                <a:latin typeface="Calibri"/>
                <a:ea typeface="宋体"/>
                <a:cs typeface="Calibri"/>
              </a:rPr>
              <a:t>Conclusion 2:</a:t>
            </a:r>
          </a:p>
          <a:p>
            <a:pPr marL="914400" lvl="1" indent="-457200">
              <a:spcAft>
                <a:spcPts val="600"/>
              </a:spcAft>
              <a:buFont typeface="Arial" panose="020B0604020202020204" pitchFamily="34" charset="0"/>
              <a:buChar char="•"/>
            </a:pPr>
            <a:r>
              <a:rPr lang="en-US" altLang="zh-CN" sz="3200" dirty="0">
                <a:solidFill>
                  <a:srgbClr val="13294B"/>
                </a:solidFill>
                <a:latin typeface="Calibri"/>
                <a:ea typeface="宋体"/>
                <a:cs typeface="Calibri"/>
              </a:rPr>
              <a:t>22223333</a:t>
            </a:r>
          </a:p>
          <a:p>
            <a:pPr marL="457200" indent="-457200">
              <a:spcAft>
                <a:spcPts val="600"/>
              </a:spcAft>
              <a:buFont typeface="Arial" panose="020B0604020202020204" pitchFamily="34" charset="0"/>
              <a:buChar char="•"/>
            </a:pPr>
            <a:endParaRPr lang="en-US" altLang="zh-CN" sz="3200" b="1" dirty="0">
              <a:solidFill>
                <a:srgbClr val="13294B"/>
              </a:solidFill>
              <a:latin typeface="Calibri"/>
              <a:ea typeface="宋体"/>
              <a:cs typeface="Calibri"/>
            </a:endParaRPr>
          </a:p>
          <a:p>
            <a:pPr marL="457200" indent="-457200">
              <a:spcAft>
                <a:spcPts val="600"/>
              </a:spcAft>
              <a:buFont typeface="Arial" panose="020B0604020202020204" pitchFamily="34" charset="0"/>
              <a:buChar char="•"/>
            </a:pPr>
            <a:endParaRPr lang="en-US" altLang="zh-CN" sz="3200" b="1" dirty="0">
              <a:solidFill>
                <a:srgbClr val="13294B"/>
              </a:solidFill>
              <a:latin typeface="Calibri"/>
              <a:ea typeface="宋体"/>
              <a:cs typeface="Calibri"/>
            </a:endParaRPr>
          </a:p>
          <a:p>
            <a:pPr>
              <a:spcAft>
                <a:spcPts val="600"/>
              </a:spcAft>
            </a:pPr>
            <a:r>
              <a:rPr lang="en-US" altLang="zh-CN" sz="3200" b="1" dirty="0">
                <a:solidFill>
                  <a:srgbClr val="13294B"/>
                </a:solidFill>
                <a:latin typeface="Calibri"/>
                <a:ea typeface="宋体"/>
                <a:cs typeface="Calibri"/>
              </a:rPr>
              <a:t> </a:t>
            </a:r>
          </a:p>
        </p:txBody>
      </p:sp>
    </p:spTree>
    <p:extLst>
      <p:ext uri="{BB962C8B-B14F-4D97-AF65-F5344CB8AC3E}">
        <p14:creationId xmlns:p14="http://schemas.microsoft.com/office/powerpoint/2010/main" val="1859779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D79BF-ED01-067B-10A9-828B61A9DE19}"/>
            </a:ext>
          </a:extLst>
        </p:cNvPr>
        <p:cNvGrpSpPr/>
        <p:nvPr/>
      </p:nvGrpSpPr>
      <p:grpSpPr>
        <a:xfrm>
          <a:off x="0" y="0"/>
          <a:ext cx="0" cy="0"/>
          <a:chOff x="0" y="0"/>
          <a:chExt cx="0" cy="0"/>
        </a:xfrm>
      </p:grpSpPr>
      <p:sp>
        <p:nvSpPr>
          <p:cNvPr id="3" name="图文框 2">
            <a:extLst>
              <a:ext uri="{FF2B5EF4-FFF2-40B4-BE49-F238E27FC236}">
                <a16:creationId xmlns:a16="http://schemas.microsoft.com/office/drawing/2014/main" id="{F361CDB9-483A-E9B1-5401-DB5169718418}"/>
              </a:ext>
            </a:extLst>
          </p:cNvPr>
          <p:cNvSpPr/>
          <p:nvPr/>
        </p:nvSpPr>
        <p:spPr>
          <a:xfrm>
            <a:off x="164147" y="282575"/>
            <a:ext cx="11863705" cy="6403975"/>
          </a:xfrm>
          <a:prstGeom prst="frame">
            <a:avLst>
              <a:gd name="adj1" fmla="val 1196"/>
            </a:avLst>
          </a:prstGeom>
          <a:solidFill>
            <a:srgbClr val="13294B"/>
          </a:solidFill>
          <a:ln>
            <a:solidFill>
              <a:srgbClr val="13294B"/>
            </a:solidFill>
          </a:ln>
          <a:effectLst>
            <a:innerShdw blurRad="63500" dist="50800" dir="13500000">
              <a:prstClr val="black">
                <a:alpha val="50000"/>
              </a:prstClr>
            </a:inn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0EC7D77F-C731-B08D-E3AF-24869C9E7DD8}"/>
              </a:ext>
            </a:extLst>
          </p:cNvPr>
          <p:cNvSpPr txBox="1"/>
          <p:nvPr/>
        </p:nvSpPr>
        <p:spPr>
          <a:xfrm>
            <a:off x="650457" y="614859"/>
            <a:ext cx="9446043" cy="769441"/>
          </a:xfrm>
          <a:prstGeom prst="rect">
            <a:avLst/>
          </a:prstGeom>
          <a:noFill/>
        </p:spPr>
        <p:txBody>
          <a:bodyPr wrap="square" lIns="91440" tIns="45720" rIns="91440" bIns="45720" rtlCol="0" anchor="t">
            <a:spAutoFit/>
          </a:bodyPr>
          <a:lstStyle/>
          <a:p>
            <a:r>
              <a:rPr lang="en-US" altLang="zh-CN" sz="4400" b="1" dirty="0">
                <a:solidFill>
                  <a:srgbClr val="13294B"/>
                </a:solidFill>
                <a:latin typeface="Calibri"/>
                <a:ea typeface="等线"/>
                <a:cs typeface="+mj-lt"/>
              </a:rPr>
              <a:t>References</a:t>
            </a:r>
          </a:p>
        </p:txBody>
      </p:sp>
      <p:sp>
        <p:nvSpPr>
          <p:cNvPr id="9" name="半闭框 8">
            <a:extLst>
              <a:ext uri="{FF2B5EF4-FFF2-40B4-BE49-F238E27FC236}">
                <a16:creationId xmlns:a16="http://schemas.microsoft.com/office/drawing/2014/main" id="{26ED32FE-E210-F419-3665-A72391890294}"/>
              </a:ext>
            </a:extLst>
          </p:cNvPr>
          <p:cNvSpPr/>
          <p:nvPr/>
        </p:nvSpPr>
        <p:spPr>
          <a:xfrm>
            <a:off x="163830" y="282575"/>
            <a:ext cx="3148330" cy="2355215"/>
          </a:xfrm>
          <a:prstGeom prst="halfFrame">
            <a:avLst>
              <a:gd name="adj1" fmla="val 4756"/>
              <a:gd name="adj2" fmla="val 5021"/>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10" name="半闭框 9">
            <a:extLst>
              <a:ext uri="{FF2B5EF4-FFF2-40B4-BE49-F238E27FC236}">
                <a16:creationId xmlns:a16="http://schemas.microsoft.com/office/drawing/2014/main" id="{DB9C76C6-520E-FD57-3D2F-9CBE4BC8EDEA}"/>
              </a:ext>
            </a:extLst>
          </p:cNvPr>
          <p:cNvSpPr/>
          <p:nvPr>
            <p:custDataLst>
              <p:tags r:id="rId1"/>
            </p:custDataLst>
          </p:nvPr>
        </p:nvSpPr>
        <p:spPr>
          <a:xfrm rot="10800000">
            <a:off x="8357868" y="4262753"/>
            <a:ext cx="3669983" cy="2423795"/>
          </a:xfrm>
          <a:prstGeom prst="halfFrame">
            <a:avLst>
              <a:gd name="adj1" fmla="val 4659"/>
              <a:gd name="adj2" fmla="val 4349"/>
            </a:avLst>
          </a:prstGeom>
          <a:solidFill>
            <a:srgbClr val="FF5F05"/>
          </a:solidFill>
          <a:ln>
            <a:solidFill>
              <a:srgbClr val="FF5F05"/>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cxnSp>
        <p:nvCxnSpPr>
          <p:cNvPr id="13" name="直接连接符 12">
            <a:extLst>
              <a:ext uri="{FF2B5EF4-FFF2-40B4-BE49-F238E27FC236}">
                <a16:creationId xmlns:a16="http://schemas.microsoft.com/office/drawing/2014/main" id="{22FF11B7-EE23-11CD-90E6-31B0D9C94502}"/>
              </a:ext>
            </a:extLst>
          </p:cNvPr>
          <p:cNvCxnSpPr/>
          <p:nvPr/>
        </p:nvCxnSpPr>
        <p:spPr>
          <a:xfrm>
            <a:off x="650457" y="1480820"/>
            <a:ext cx="6546850" cy="14605"/>
          </a:xfrm>
          <a:prstGeom prst="line">
            <a:avLst/>
          </a:prstGeom>
          <a:ln w="57150">
            <a:solidFill>
              <a:srgbClr val="FF5F05">
                <a:alpha val="81000"/>
              </a:srgbClr>
            </a:solidFill>
          </a:ln>
        </p:spPr>
        <p:style>
          <a:lnRef idx="2">
            <a:schemeClr val="accent1"/>
          </a:lnRef>
          <a:fillRef idx="0">
            <a:srgbClr val="FFFFFF"/>
          </a:fillRef>
          <a:effectRef idx="0">
            <a:srgbClr val="FFFFFF"/>
          </a:effectRef>
          <a:fontRef idx="minor">
            <a:schemeClr val="tx1"/>
          </a:fontRef>
        </p:style>
      </p:cxnSp>
      <p:pic>
        <p:nvPicPr>
          <p:cNvPr id="100" name="图片 99">
            <a:extLst>
              <a:ext uri="{FF2B5EF4-FFF2-40B4-BE49-F238E27FC236}">
                <a16:creationId xmlns:a16="http://schemas.microsoft.com/office/drawing/2014/main" id="{2DFC5ECA-1FCF-2D31-54A1-2437E5B44571}"/>
              </a:ext>
            </a:extLst>
          </p:cNvPr>
          <p:cNvPicPr/>
          <p:nvPr/>
        </p:nvPicPr>
        <p:blipFill>
          <a:blip r:embed="rId4"/>
          <a:stretch>
            <a:fillRect/>
          </a:stretch>
        </p:blipFill>
        <p:spPr>
          <a:xfrm>
            <a:off x="9906635" y="171450"/>
            <a:ext cx="1906270" cy="1212850"/>
          </a:xfrm>
          <a:prstGeom prst="rect">
            <a:avLst/>
          </a:prstGeom>
          <a:noFill/>
          <a:ln w="9525">
            <a:noFill/>
          </a:ln>
        </p:spPr>
      </p:pic>
      <p:sp>
        <p:nvSpPr>
          <p:cNvPr id="5" name="文本框 4">
            <a:extLst>
              <a:ext uri="{FF2B5EF4-FFF2-40B4-BE49-F238E27FC236}">
                <a16:creationId xmlns:a16="http://schemas.microsoft.com/office/drawing/2014/main" id="{95F89DC6-1B5B-DDAA-D624-9F2535720DC8}"/>
              </a:ext>
            </a:extLst>
          </p:cNvPr>
          <p:cNvSpPr txBox="1"/>
          <p:nvPr/>
        </p:nvSpPr>
        <p:spPr>
          <a:xfrm>
            <a:off x="613543" y="1741049"/>
            <a:ext cx="10964912" cy="4462760"/>
          </a:xfrm>
          <a:prstGeom prst="rect">
            <a:avLst/>
          </a:prstGeom>
          <a:noFill/>
        </p:spPr>
        <p:txBody>
          <a:bodyPr wrap="square" lIns="91440" tIns="45720" rIns="91440" bIns="45720" rtlCol="0" anchor="t">
            <a:spAutoFit/>
          </a:bodyPr>
          <a:lstStyle/>
          <a:p>
            <a:pPr marL="457200" indent="-457200">
              <a:spcAft>
                <a:spcPts val="600"/>
              </a:spcAft>
              <a:buFont typeface="Arial" panose="020B0604020202020204" pitchFamily="34" charset="0"/>
              <a:buChar char="•"/>
            </a:pPr>
            <a:r>
              <a:rPr lang="en-US" altLang="zh-CN" sz="2400" dirty="0">
                <a:solidFill>
                  <a:srgbClr val="13294B"/>
                </a:solidFill>
                <a:latin typeface="Calibri"/>
                <a:ea typeface="宋体"/>
                <a:cs typeface="Calibri"/>
              </a:rPr>
              <a:t>Stuart </a:t>
            </a:r>
            <a:r>
              <a:rPr lang="en-US" altLang="zh-CN" sz="2400" dirty="0" err="1">
                <a:solidFill>
                  <a:srgbClr val="13294B"/>
                </a:solidFill>
                <a:latin typeface="Calibri"/>
                <a:ea typeface="宋体"/>
                <a:cs typeface="Calibri"/>
              </a:rPr>
              <a:t>Axelbrooke</a:t>
            </a:r>
            <a:r>
              <a:rPr lang="en-US" altLang="zh-CN" sz="2400" dirty="0">
                <a:solidFill>
                  <a:srgbClr val="13294B"/>
                </a:solidFill>
                <a:latin typeface="Calibri"/>
                <a:ea typeface="宋体"/>
                <a:cs typeface="Calibri"/>
              </a:rPr>
              <a:t>. 2017. </a:t>
            </a:r>
            <a:r>
              <a:rPr lang="en-US" altLang="zh-CN" sz="2400" dirty="0">
                <a:solidFill>
                  <a:srgbClr val="FF5F05"/>
                </a:solidFill>
                <a:latin typeface="Calibri"/>
                <a:ea typeface="宋体"/>
                <a:cs typeface="Calibri"/>
              </a:rPr>
              <a:t>Customer support on twitter</a:t>
            </a:r>
            <a:r>
              <a:rPr lang="en-US" altLang="zh-CN" sz="2400" dirty="0">
                <a:solidFill>
                  <a:srgbClr val="13294B"/>
                </a:solidFill>
                <a:latin typeface="Calibri"/>
                <a:ea typeface="宋体"/>
                <a:cs typeface="Calibri"/>
              </a:rPr>
              <a:t>.</a:t>
            </a:r>
          </a:p>
          <a:p>
            <a:pPr marL="457200" indent="-457200">
              <a:spcAft>
                <a:spcPts val="600"/>
              </a:spcAft>
              <a:buFont typeface="Arial" panose="020B0604020202020204" pitchFamily="34" charset="0"/>
              <a:buChar char="•"/>
            </a:pPr>
            <a:r>
              <a:rPr lang="en-US" altLang="zh-CN" sz="2400" dirty="0">
                <a:solidFill>
                  <a:srgbClr val="13294B"/>
                </a:solidFill>
                <a:latin typeface="Calibri"/>
                <a:ea typeface="宋体"/>
                <a:cs typeface="Calibri"/>
              </a:rPr>
              <a:t>Adam Dahlgren Lindström, Leila </a:t>
            </a:r>
            <a:r>
              <a:rPr lang="en-US" altLang="zh-CN" sz="2400" dirty="0" err="1">
                <a:solidFill>
                  <a:srgbClr val="13294B"/>
                </a:solidFill>
                <a:latin typeface="Calibri"/>
                <a:ea typeface="宋体"/>
                <a:cs typeface="Calibri"/>
              </a:rPr>
              <a:t>Methnani</a:t>
            </a:r>
            <a:r>
              <a:rPr lang="en-US" altLang="zh-CN" sz="2400" dirty="0">
                <a:solidFill>
                  <a:srgbClr val="13294B"/>
                </a:solidFill>
                <a:latin typeface="Calibri"/>
                <a:ea typeface="宋体"/>
                <a:cs typeface="Calibri"/>
              </a:rPr>
              <a:t>, Lea Krause, Petter Ericson, </a:t>
            </a:r>
            <a:r>
              <a:rPr lang="en-US" altLang="zh-CN" sz="2400" dirty="0" err="1">
                <a:solidFill>
                  <a:srgbClr val="13294B"/>
                </a:solidFill>
                <a:latin typeface="Calibri"/>
                <a:ea typeface="宋体"/>
                <a:cs typeface="Calibri"/>
              </a:rPr>
              <a:t>Íñigo</a:t>
            </a:r>
            <a:r>
              <a:rPr lang="en-US" altLang="zh-CN" sz="2400" dirty="0">
                <a:solidFill>
                  <a:srgbClr val="13294B"/>
                </a:solidFill>
                <a:latin typeface="Calibri"/>
                <a:ea typeface="宋体"/>
                <a:cs typeface="Calibri"/>
              </a:rPr>
              <a:t> Martínez de </a:t>
            </a:r>
            <a:r>
              <a:rPr lang="en-US" altLang="zh-CN" sz="2400" dirty="0" err="1">
                <a:solidFill>
                  <a:srgbClr val="13294B"/>
                </a:solidFill>
                <a:latin typeface="Calibri"/>
                <a:ea typeface="宋体"/>
                <a:cs typeface="Calibri"/>
              </a:rPr>
              <a:t>Rituerto</a:t>
            </a:r>
            <a:r>
              <a:rPr lang="en-US" altLang="zh-CN" sz="2400" dirty="0">
                <a:solidFill>
                  <a:srgbClr val="13294B"/>
                </a:solidFill>
                <a:latin typeface="Calibri"/>
                <a:ea typeface="宋体"/>
                <a:cs typeface="Calibri"/>
              </a:rPr>
              <a:t> de Troya, Dimitri Coelho Mollo, and Roel Dobbe. 2025. </a:t>
            </a:r>
            <a:r>
              <a:rPr lang="en-US" altLang="zh-CN" sz="2400" dirty="0">
                <a:solidFill>
                  <a:srgbClr val="FF5F05"/>
                </a:solidFill>
                <a:latin typeface="Calibri"/>
                <a:ea typeface="宋体"/>
                <a:cs typeface="Calibri"/>
              </a:rPr>
              <a:t>Helpful, harmless, honest? sociotechnical limits of AI alignment and safety through reinforcement learn </a:t>
            </a:r>
            <a:r>
              <a:rPr lang="en-US" altLang="zh-CN" sz="2400" dirty="0" err="1">
                <a:solidFill>
                  <a:srgbClr val="FF5F05"/>
                </a:solidFill>
                <a:latin typeface="Calibri"/>
                <a:ea typeface="宋体"/>
                <a:cs typeface="Calibri"/>
              </a:rPr>
              <a:t>ing</a:t>
            </a:r>
            <a:r>
              <a:rPr lang="en-US" altLang="zh-CN" sz="2400" dirty="0">
                <a:solidFill>
                  <a:srgbClr val="FF5F05"/>
                </a:solidFill>
                <a:latin typeface="Calibri"/>
                <a:ea typeface="宋体"/>
                <a:cs typeface="Calibri"/>
              </a:rPr>
              <a:t> from human feedback</a:t>
            </a:r>
            <a:r>
              <a:rPr lang="en-US" altLang="zh-CN" sz="2400" dirty="0">
                <a:solidFill>
                  <a:srgbClr val="13294B"/>
                </a:solidFill>
                <a:latin typeface="Calibri"/>
                <a:ea typeface="宋体"/>
                <a:cs typeface="Calibri"/>
              </a:rPr>
              <a:t>. </a:t>
            </a:r>
            <a:r>
              <a:rPr lang="en-US" altLang="zh-CN" sz="2400" i="1" dirty="0">
                <a:solidFill>
                  <a:srgbClr val="13294B"/>
                </a:solidFill>
                <a:latin typeface="Calibri"/>
                <a:ea typeface="宋体"/>
                <a:cs typeface="Calibri"/>
              </a:rPr>
              <a:t>Ethics and Information Technology</a:t>
            </a:r>
            <a:r>
              <a:rPr lang="en-US" altLang="zh-CN" sz="2400" dirty="0">
                <a:solidFill>
                  <a:srgbClr val="13294B"/>
                </a:solidFill>
                <a:latin typeface="Calibri"/>
                <a:ea typeface="宋体"/>
                <a:cs typeface="Calibri"/>
              </a:rPr>
              <a:t>, 27(2):28. </a:t>
            </a:r>
            <a:r>
              <a:rPr lang="en-US" altLang="zh-CN" sz="2400" dirty="0" err="1">
                <a:solidFill>
                  <a:srgbClr val="13294B"/>
                </a:solidFill>
                <a:latin typeface="Calibri"/>
                <a:ea typeface="宋体"/>
                <a:cs typeface="Calibri"/>
              </a:rPr>
              <a:t>Epub</a:t>
            </a:r>
            <a:r>
              <a:rPr lang="en-US" altLang="zh-CN" sz="2400" dirty="0">
                <a:solidFill>
                  <a:srgbClr val="13294B"/>
                </a:solidFill>
                <a:latin typeface="Calibri"/>
                <a:ea typeface="宋体"/>
                <a:cs typeface="Calibri"/>
              </a:rPr>
              <a:t> 2025 Jun 4.</a:t>
            </a:r>
          </a:p>
          <a:p>
            <a:pPr marL="457200" indent="-457200">
              <a:spcAft>
                <a:spcPts val="600"/>
              </a:spcAft>
              <a:buFont typeface="Arial" panose="020B0604020202020204" pitchFamily="34" charset="0"/>
              <a:buChar char="•"/>
            </a:pPr>
            <a:r>
              <a:rPr lang="en-US" altLang="zh-CN" sz="2400" dirty="0">
                <a:solidFill>
                  <a:srgbClr val="13294B"/>
                </a:solidFill>
                <a:latin typeface="Calibri"/>
                <a:ea typeface="宋体"/>
                <a:cs typeface="Calibri"/>
              </a:rPr>
              <a:t>Yuna Hong, </a:t>
            </a:r>
            <a:r>
              <a:rPr lang="en-US" altLang="zh-CN" sz="2400" dirty="0" err="1">
                <a:solidFill>
                  <a:srgbClr val="13294B"/>
                </a:solidFill>
                <a:latin typeface="Calibri"/>
                <a:ea typeface="宋体"/>
                <a:cs typeface="Calibri"/>
              </a:rPr>
              <a:t>Bonhwa</a:t>
            </a:r>
            <a:r>
              <a:rPr lang="en-US" altLang="zh-CN" sz="2400" dirty="0">
                <a:solidFill>
                  <a:srgbClr val="13294B"/>
                </a:solidFill>
                <a:latin typeface="Calibri"/>
                <a:ea typeface="宋体"/>
                <a:cs typeface="Calibri"/>
              </a:rPr>
              <a:t> Ku, and </a:t>
            </a:r>
            <a:r>
              <a:rPr lang="en-US" altLang="zh-CN" sz="2400" dirty="0" err="1">
                <a:solidFill>
                  <a:srgbClr val="13294B"/>
                </a:solidFill>
                <a:latin typeface="Calibri"/>
                <a:ea typeface="宋体"/>
                <a:cs typeface="Calibri"/>
              </a:rPr>
              <a:t>Hanseok</a:t>
            </a:r>
            <a:r>
              <a:rPr lang="en-US" altLang="zh-CN" sz="2400" dirty="0">
                <a:solidFill>
                  <a:srgbClr val="13294B"/>
                </a:solidFill>
                <a:latin typeface="Calibri"/>
                <a:ea typeface="宋体"/>
                <a:cs typeface="Calibri"/>
              </a:rPr>
              <a:t> Ko. 2025. </a:t>
            </a:r>
            <a:r>
              <a:rPr lang="en-US" altLang="zh-CN" sz="2400" dirty="0">
                <a:solidFill>
                  <a:srgbClr val="FF5F05"/>
                </a:solidFill>
                <a:latin typeface="Calibri"/>
                <a:ea typeface="宋体"/>
                <a:cs typeface="Calibri"/>
              </a:rPr>
              <a:t>Performance evaluation metrics for empathetic </a:t>
            </a:r>
            <a:r>
              <a:rPr lang="en-US" altLang="zh-CN" sz="2400" dirty="0" err="1">
                <a:solidFill>
                  <a:srgbClr val="FF5F05"/>
                </a:solidFill>
                <a:latin typeface="Calibri"/>
                <a:ea typeface="宋体"/>
                <a:cs typeface="Calibri"/>
              </a:rPr>
              <a:t>llms</a:t>
            </a:r>
            <a:r>
              <a:rPr lang="en-US" altLang="zh-CN" sz="2400" dirty="0">
                <a:solidFill>
                  <a:srgbClr val="13294B"/>
                </a:solidFill>
                <a:latin typeface="Calibri"/>
                <a:ea typeface="宋体"/>
                <a:cs typeface="Calibri"/>
              </a:rPr>
              <a:t>. </a:t>
            </a:r>
            <a:r>
              <a:rPr lang="en-US" altLang="zh-CN" sz="2400" i="1" dirty="0">
                <a:solidFill>
                  <a:srgbClr val="13294B"/>
                </a:solidFill>
                <a:latin typeface="Calibri"/>
                <a:ea typeface="宋体"/>
                <a:cs typeface="Calibri"/>
              </a:rPr>
              <a:t>Information</a:t>
            </a:r>
            <a:r>
              <a:rPr lang="en-US" altLang="zh-CN" sz="2400" dirty="0">
                <a:solidFill>
                  <a:srgbClr val="13294B"/>
                </a:solidFill>
                <a:latin typeface="Calibri"/>
                <a:ea typeface="宋体"/>
                <a:cs typeface="Calibri"/>
              </a:rPr>
              <a:t>, 16(11).</a:t>
            </a:r>
          </a:p>
          <a:p>
            <a:pPr marL="457200" indent="-457200">
              <a:spcAft>
                <a:spcPts val="600"/>
              </a:spcAft>
              <a:buFont typeface="Arial" panose="020B0604020202020204" pitchFamily="34" charset="0"/>
              <a:buChar char="•"/>
            </a:pPr>
            <a:r>
              <a:rPr lang="en-US" altLang="zh-CN" sz="2400" dirty="0">
                <a:solidFill>
                  <a:srgbClr val="13294B"/>
                </a:solidFill>
                <a:latin typeface="Calibri"/>
                <a:ea typeface="宋体"/>
                <a:cs typeface="Calibri"/>
              </a:rPr>
              <a:t>Laya Iyer, Kriti Aggarwal, </a:t>
            </a:r>
            <a:r>
              <a:rPr lang="en-US" altLang="zh-CN" sz="2400" dirty="0" err="1">
                <a:solidFill>
                  <a:srgbClr val="13294B"/>
                </a:solidFill>
                <a:latin typeface="Calibri"/>
                <a:ea typeface="宋体"/>
                <a:cs typeface="Calibri"/>
              </a:rPr>
              <a:t>Sanmi</a:t>
            </a:r>
            <a:r>
              <a:rPr lang="en-US" altLang="zh-CN" sz="2400" dirty="0">
                <a:solidFill>
                  <a:srgbClr val="13294B"/>
                </a:solidFill>
                <a:latin typeface="Calibri"/>
                <a:ea typeface="宋体"/>
                <a:cs typeface="Calibri"/>
              </a:rPr>
              <a:t> </a:t>
            </a:r>
            <a:r>
              <a:rPr lang="en-US" altLang="zh-CN" sz="2400" dirty="0" err="1">
                <a:solidFill>
                  <a:srgbClr val="13294B"/>
                </a:solidFill>
                <a:latin typeface="Calibri"/>
                <a:ea typeface="宋体"/>
                <a:cs typeface="Calibri"/>
              </a:rPr>
              <a:t>Koyejo</a:t>
            </a:r>
            <a:r>
              <a:rPr lang="en-US" altLang="zh-CN" sz="2400" dirty="0">
                <a:solidFill>
                  <a:srgbClr val="13294B"/>
                </a:solidFill>
                <a:latin typeface="Calibri"/>
                <a:ea typeface="宋体"/>
                <a:cs typeface="Calibri"/>
              </a:rPr>
              <a:t>, Gail Heyman, Desmond C. Ong, and </a:t>
            </a:r>
            <a:r>
              <a:rPr lang="en-US" altLang="zh-CN" sz="2400" dirty="0" err="1">
                <a:solidFill>
                  <a:srgbClr val="13294B"/>
                </a:solidFill>
                <a:latin typeface="Calibri"/>
                <a:ea typeface="宋体"/>
                <a:cs typeface="Calibri"/>
              </a:rPr>
              <a:t>Subhabrata</a:t>
            </a:r>
            <a:r>
              <a:rPr lang="en-US" altLang="zh-CN" sz="2400" dirty="0">
                <a:solidFill>
                  <a:srgbClr val="13294B"/>
                </a:solidFill>
                <a:latin typeface="Calibri"/>
                <a:ea typeface="宋体"/>
                <a:cs typeface="Calibri"/>
              </a:rPr>
              <a:t> Mukherjee. 2026. </a:t>
            </a:r>
            <a:r>
              <a:rPr lang="en-US" altLang="zh-CN" sz="2400" dirty="0">
                <a:solidFill>
                  <a:srgbClr val="FF5F05"/>
                </a:solidFill>
                <a:latin typeface="Calibri"/>
                <a:ea typeface="宋体"/>
                <a:cs typeface="Calibri"/>
              </a:rPr>
              <a:t>Heart: A unified benchmark for assessing humans and </a:t>
            </a:r>
            <a:r>
              <a:rPr lang="en-US" altLang="zh-CN" sz="2400" dirty="0" err="1">
                <a:solidFill>
                  <a:srgbClr val="FF5F05"/>
                </a:solidFill>
                <a:latin typeface="Calibri"/>
                <a:ea typeface="宋体"/>
                <a:cs typeface="Calibri"/>
              </a:rPr>
              <a:t>llms</a:t>
            </a:r>
            <a:r>
              <a:rPr lang="en-US" altLang="zh-CN" sz="2400" dirty="0">
                <a:solidFill>
                  <a:srgbClr val="FF5F05"/>
                </a:solidFill>
                <a:latin typeface="Calibri"/>
                <a:ea typeface="宋体"/>
                <a:cs typeface="Calibri"/>
              </a:rPr>
              <a:t> in emotional support dialogue</a:t>
            </a:r>
            <a:r>
              <a:rPr lang="en-US" altLang="zh-CN" sz="2400" dirty="0">
                <a:solidFill>
                  <a:srgbClr val="13294B"/>
                </a:solidFill>
                <a:latin typeface="Calibri"/>
                <a:ea typeface="宋体"/>
                <a:cs typeface="Calibri"/>
              </a:rPr>
              <a:t>.</a:t>
            </a:r>
          </a:p>
        </p:txBody>
      </p:sp>
    </p:spTree>
    <p:extLst>
      <p:ext uri="{BB962C8B-B14F-4D97-AF65-F5344CB8AC3E}">
        <p14:creationId xmlns:p14="http://schemas.microsoft.com/office/powerpoint/2010/main" val="39474588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193</TotalTime>
  <Words>1056</Words>
  <Application>Microsoft Office PowerPoint</Application>
  <PresentationFormat>宽屏</PresentationFormat>
  <Paragraphs>144</Paragraphs>
  <Slides>16</Slides>
  <Notes>16</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16</vt:i4>
      </vt:variant>
    </vt:vector>
  </HeadingPairs>
  <TitlesOfParts>
    <vt:vector size="23" baseType="lpstr">
      <vt:lpstr>Lato Extended</vt:lpstr>
      <vt:lpstr>v-sans</vt:lpstr>
      <vt:lpstr>等线</vt:lpstr>
      <vt:lpstr>等线 Light</vt:lpstr>
      <vt:lpstr>Arial</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Kang, Zhanchen</dc:creator>
  <cp:lastModifiedBy>Kang, Zhanchen</cp:lastModifiedBy>
  <cp:revision>125</cp:revision>
  <dcterms:created xsi:type="dcterms:W3CDTF">2026-02-23T02:25:32Z</dcterms:created>
  <dcterms:modified xsi:type="dcterms:W3CDTF">2026-04-29T23:48:07Z</dcterms:modified>
</cp:coreProperties>
</file>